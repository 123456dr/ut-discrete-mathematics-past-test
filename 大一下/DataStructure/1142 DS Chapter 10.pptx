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3"/>
  </p:notesMasterIdLst>
  <p:sldIdLst>
    <p:sldId id="365" r:id="rId2"/>
    <p:sldId id="366" r:id="rId3"/>
    <p:sldId id="367" r:id="rId4"/>
    <p:sldId id="368" r:id="rId5"/>
    <p:sldId id="369" r:id="rId6"/>
    <p:sldId id="370" r:id="rId7"/>
    <p:sldId id="371" r:id="rId8"/>
    <p:sldId id="372" r:id="rId9"/>
    <p:sldId id="373" r:id="rId10"/>
    <p:sldId id="374" r:id="rId11"/>
    <p:sldId id="375" r:id="rId12"/>
    <p:sldId id="376" r:id="rId13"/>
    <p:sldId id="377" r:id="rId14"/>
    <p:sldId id="378" r:id="rId15"/>
    <p:sldId id="379" r:id="rId16"/>
    <p:sldId id="380" r:id="rId17"/>
    <p:sldId id="381" r:id="rId18"/>
    <p:sldId id="382" r:id="rId19"/>
    <p:sldId id="383" r:id="rId20"/>
    <p:sldId id="384" r:id="rId21"/>
    <p:sldId id="385" r:id="rId22"/>
    <p:sldId id="386" r:id="rId23"/>
    <p:sldId id="387" r:id="rId24"/>
    <p:sldId id="388" r:id="rId25"/>
    <p:sldId id="389" r:id="rId26"/>
    <p:sldId id="390" r:id="rId27"/>
    <p:sldId id="391" r:id="rId28"/>
    <p:sldId id="392" r:id="rId29"/>
    <p:sldId id="393" r:id="rId30"/>
    <p:sldId id="394" r:id="rId31"/>
    <p:sldId id="395" r:id="rId32"/>
  </p:sldIdLst>
  <p:sldSz cx="9144000" cy="6858000" type="screen4x3"/>
  <p:notesSz cx="6807200" cy="9939338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DCDDE"/>
    <a:srgbClr val="E8E8EF"/>
    <a:srgbClr val="FFFFCC"/>
    <a:srgbClr val="820000"/>
    <a:srgbClr val="700000"/>
    <a:srgbClr val="9E0000"/>
    <a:srgbClr val="323232"/>
    <a:srgbClr val="333399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0932" autoAdjust="0"/>
  </p:normalViewPr>
  <p:slideViewPr>
    <p:cSldViewPr>
      <p:cViewPr varScale="1">
        <p:scale>
          <a:sx n="82" d="100"/>
          <a:sy n="82" d="100"/>
        </p:scale>
        <p:origin x="145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5839" y="1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/>
          <a:lstStyle>
            <a:lvl1pPr algn="r">
              <a:defRPr sz="1200"/>
            </a:lvl1pPr>
          </a:lstStyle>
          <a:p>
            <a:fld id="{7F921807-99F1-4DF0-94D7-7548FA810751}" type="datetimeFigureOut">
              <a:rPr lang="zh-TW" altLang="en-US" smtClean="0"/>
              <a:pPr/>
              <a:t>2026/4/15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842" tIns="45921" rIns="91842" bIns="45921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0721" y="4721186"/>
            <a:ext cx="5445760" cy="4472703"/>
          </a:xfrm>
          <a:prstGeom prst="rect">
            <a:avLst/>
          </a:prstGeom>
        </p:spPr>
        <p:txBody>
          <a:bodyPr vert="horz" lIns="91842" tIns="45921" rIns="91842" bIns="45921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440647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5839" y="9440647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 anchor="b"/>
          <a:lstStyle>
            <a:lvl1pPr algn="r">
              <a:defRPr sz="1200"/>
            </a:lvl1pPr>
          </a:lstStyle>
          <a:p>
            <a:fld id="{6C24E503-88D4-45A6-8EBB-14391082A01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5129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DCA57-9D53-411D-9D3B-645A04C6A569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12202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E503-88D4-45A6-8EBB-14391082A01A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45678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E503-88D4-45A6-8EBB-14391082A01A}" type="slidenum">
              <a:rPr lang="zh-TW" altLang="en-US" smtClean="0"/>
              <a:pPr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1391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 userDrawn="1"/>
        </p:nvSpPr>
        <p:spPr>
          <a:xfrm>
            <a:off x="3233" y="2256530"/>
            <a:ext cx="9144000" cy="126032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81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2483768" y="4530498"/>
            <a:ext cx="6552728" cy="1676400"/>
          </a:xfrm>
        </p:spPr>
        <p:txBody>
          <a:bodyPr/>
          <a:lstStyle>
            <a:lvl1pPr marL="0" indent="0" algn="ctr">
              <a:buFontTx/>
              <a:buNone/>
              <a:defRPr b="1">
                <a:latin typeface="+mj-lt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3082" name="Rectangle 10"/>
          <p:cNvSpPr>
            <a:spLocks noGrp="1" noChangeArrowheads="1"/>
          </p:cNvSpPr>
          <p:nvPr>
            <p:ph type="dt" sz="half" idx="2"/>
          </p:nvPr>
        </p:nvSpPr>
        <p:spPr>
          <a:xfrm>
            <a:off x="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/>
              <a:t>2026/05/13</a:t>
            </a:r>
          </a:p>
        </p:txBody>
      </p:sp>
      <p:sp>
        <p:nvSpPr>
          <p:cNvPr id="3083" name="Rectangle 11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4008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308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2924896" y="2394158"/>
            <a:ext cx="6111600" cy="1860612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  <a:latin typeface="+mj-lt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18" name="矩形 17"/>
          <p:cNvSpPr/>
          <p:nvPr userDrawn="1"/>
        </p:nvSpPr>
        <p:spPr>
          <a:xfrm>
            <a:off x="3233" y="4254770"/>
            <a:ext cx="9144000" cy="126032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 userDrawn="1"/>
        </p:nvSpPr>
        <p:spPr>
          <a:xfrm>
            <a:off x="4300993" y="6581001"/>
            <a:ext cx="484624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TW" sz="1800" b="1" i="1" dirty="0">
                <a:latin typeface="Monotype Corsiva" panose="03010101010201010101" pitchFamily="66" charset="0"/>
                <a:cs typeface="Nirmala UI" panose="020B0502040204020203" pitchFamily="34" charset="0"/>
              </a:rPr>
              <a:t>Interconnection Networks and Algorithm Application Lab.</a:t>
            </a:r>
            <a:endParaRPr lang="zh-TW" altLang="en-US" sz="1800" b="1" i="1" dirty="0">
              <a:latin typeface="Monotype Corsiva" panose="03010101010201010101" pitchFamily="66" charset="0"/>
              <a:cs typeface="Nirmala UI" panose="020B0502040204020203" pitchFamily="34" charset="0"/>
            </a:endParaRPr>
          </a:p>
        </p:txBody>
      </p:sp>
      <p:pic>
        <p:nvPicPr>
          <p:cNvPr id="12" name="Picture 2" descr="C:\Users\admin\Dropbox\世暘&amp;莉淳\相片\DSC_9359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92" y="2382770"/>
            <a:ext cx="2812457" cy="1872000"/>
          </a:xfrm>
          <a:prstGeom prst="rect">
            <a:avLst/>
          </a:prstGeom>
          <a:noFill/>
        </p:spPr>
      </p:pic>
      <p:pic>
        <p:nvPicPr>
          <p:cNvPr id="20" name="圖片 1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0458" y="1161633"/>
            <a:ext cx="3566038" cy="108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7504" y="0"/>
            <a:ext cx="6861448" cy="1143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950" y="1268760"/>
            <a:ext cx="8928100" cy="532730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2026/05/13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3F35E6-A8E7-488D-BD9F-ED9A7F7FA10F}" type="slidenum">
              <a:rPr lang="en-US" altLang="zh-TW"/>
              <a:pPr/>
              <a:t>‹#›</a:t>
            </a:fld>
            <a:endParaRPr lang="en-US" altLang="zh-TW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2026/05/13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3183EC-7050-45EB-9E88-B86B53D28DC6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07950" y="1482725"/>
            <a:ext cx="4387850" cy="5113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482725"/>
            <a:ext cx="4387850" cy="5113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2026/05/13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B32F3C-BFB5-4433-80F2-31E4E599C271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2026/05/13</a:t>
            </a: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C71ADB-DDEF-4830-B9BC-5050A26247AE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2026/05/13</a:t>
            </a: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38238B-CE9D-4BC3-843E-48DE31256F23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2026/05/13</a:t>
            </a: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9989FA-7C75-4428-B4F8-334FD7721128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2026/05/13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4ED4DE-EAF4-4F9D-92A9-54CDF4DC4603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2026/05/13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DBED88-20FD-46BD-AA27-41E91F90C6D7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2026/05/13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5973D2-4DDA-41F5-8DAD-51687E6176F5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804025" y="0"/>
            <a:ext cx="2232025" cy="6596063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107950" y="0"/>
            <a:ext cx="6543675" cy="6596063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2026/05/13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6BEB42-A2EB-4830-8F53-FDF4A3AEB5C6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86816" y="0"/>
            <a:ext cx="6861448" cy="1143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96040" y="1250328"/>
            <a:ext cx="8940456" cy="534573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6200" y="6597650"/>
            <a:ext cx="19050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1">
                <a:latin typeface="+mn-lt"/>
                <a:cs typeface="Angsana New" pitchFamily="18" charset="-34"/>
              </a:defRPr>
            </a:lvl1pPr>
          </a:lstStyle>
          <a:p>
            <a:r>
              <a:rPr lang="en-US" altLang="zh-TW"/>
              <a:t>2026/05/13</a:t>
            </a: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97650"/>
            <a:ext cx="28956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1">
                <a:latin typeface="+mn-lt"/>
                <a:cs typeface="Angsana New" pitchFamily="18" charset="-34"/>
              </a:defRPr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597650"/>
            <a:ext cx="19050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1">
                <a:latin typeface="+mn-lt"/>
                <a:cs typeface="Angsana New" pitchFamily="18" charset="-34"/>
              </a:defRPr>
            </a:lvl1pPr>
          </a:lstStyle>
          <a:p>
            <a:fld id="{88815D73-EF14-4780-98ED-F121D5ADB135}" type="slidenum">
              <a:rPr lang="en-US" altLang="zh-TW"/>
              <a:pPr/>
              <a:t>‹#›</a:t>
            </a:fld>
            <a:endParaRPr lang="en-US" altLang="zh-TW"/>
          </a:p>
        </p:txBody>
      </p:sp>
      <p:sp>
        <p:nvSpPr>
          <p:cNvPr id="16" name="矩形 15"/>
          <p:cNvSpPr/>
          <p:nvPr userDrawn="1"/>
        </p:nvSpPr>
        <p:spPr>
          <a:xfrm>
            <a:off x="0" y="1160664"/>
            <a:ext cx="9144000" cy="72000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 userDrawn="1"/>
        </p:nvSpPr>
        <p:spPr>
          <a:xfrm>
            <a:off x="4343620" y="935059"/>
            <a:ext cx="484624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TW" sz="1800" b="1" i="1" dirty="0">
                <a:latin typeface="Monotype Corsiva" panose="03010101010201010101" pitchFamily="66" charset="0"/>
                <a:cs typeface="Nirmala UI" panose="020B0502040204020203" pitchFamily="34" charset="0"/>
              </a:rPr>
              <a:t>Interconnection Networks and Algorithm Application Lab.</a:t>
            </a:r>
            <a:endParaRPr lang="zh-TW" altLang="en-US" sz="1800" b="1" i="1" dirty="0">
              <a:latin typeface="Monotype Corsiva" panose="03010101010201010101" pitchFamily="66" charset="0"/>
              <a:cs typeface="Nirmala UI" panose="020B0502040204020203" pitchFamily="34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43" y="18248"/>
            <a:ext cx="2133600" cy="64617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chemeClr val="tx1"/>
          </a:solidFill>
          <a:latin typeface="+mj-lt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Blip>
          <a:blip r:embed="rId14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Blip>
          <a:blip r:embed="rId17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DATA</a:t>
            </a:r>
            <a:r>
              <a:rPr lang="zh-TW" altLang="en-US" dirty="0"/>
              <a:t> </a:t>
            </a:r>
            <a:r>
              <a:rPr lang="en-US" altLang="zh-TW" dirty="0"/>
              <a:t>STRUCTURES</a:t>
            </a:r>
            <a:br>
              <a:rPr lang="en-US" altLang="zh-TW" dirty="0"/>
            </a:br>
            <a:r>
              <a:rPr lang="zh-TW" altLang="en-US" dirty="0"/>
              <a:t>資料結構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zh-TW" dirty="0"/>
              <a:t>Chia-Wei Lee </a:t>
            </a:r>
            <a:r>
              <a:rPr lang="zh-TW" altLang="en-US" dirty="0"/>
              <a:t>李佳衛</a:t>
            </a:r>
          </a:p>
          <a:p>
            <a:pPr algn="r"/>
            <a:r>
              <a:rPr lang="en-US" altLang="zh-TW" dirty="0"/>
              <a:t>cwlee@utaipei.edu.tw</a:t>
            </a:r>
          </a:p>
          <a:p>
            <a:pPr algn="r"/>
            <a:r>
              <a:rPr lang="en-US" altLang="zh-TW" dirty="0"/>
              <a:t>Department of Computer Science</a:t>
            </a:r>
          </a:p>
          <a:p>
            <a:pPr algn="r"/>
            <a:r>
              <a:rPr lang="en-US" altLang="zh-TW" dirty="0"/>
              <a:t>University of Taipei</a:t>
            </a:r>
          </a:p>
        </p:txBody>
      </p:sp>
    </p:spTree>
    <p:extLst>
      <p:ext uri="{BB962C8B-B14F-4D97-AF65-F5344CB8AC3E}">
        <p14:creationId xmlns:p14="http://schemas.microsoft.com/office/powerpoint/2010/main" val="1714987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二元搜尋樹 </a:t>
            </a:r>
            <a:r>
              <a:rPr lang="en-US" altLang="zh-TW" dirty="0"/>
              <a:t>binary search tree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二元搜尋樹</a:t>
            </a:r>
            <a:endParaRPr lang="en-US" altLang="zh-TW" dirty="0"/>
          </a:p>
          <a:p>
            <a:pPr lvl="1"/>
            <a:r>
              <a:rPr lang="zh-TW" altLang="en-US" dirty="0"/>
              <a:t>一個資料</a:t>
            </a:r>
            <a:r>
              <a:rPr lang="en-US" altLang="zh-TW" dirty="0"/>
              <a:t>(</a:t>
            </a:r>
            <a:r>
              <a:rPr lang="zh-TW" altLang="en-US" dirty="0"/>
              <a:t>鍵值</a:t>
            </a:r>
            <a:r>
              <a:rPr lang="en-US" altLang="zh-TW" dirty="0"/>
              <a:t>)</a:t>
            </a:r>
            <a:r>
              <a:rPr lang="zh-TW" altLang="en-US" dirty="0"/>
              <a:t>，</a:t>
            </a:r>
            <a:r>
              <a:rPr lang="en-US" altLang="zh-TW" i="1" dirty="0"/>
              <a:t>k</a:t>
            </a:r>
            <a:r>
              <a:rPr lang="en-US" altLang="zh-TW" baseline="-25000" dirty="0"/>
              <a:t>1</a:t>
            </a:r>
          </a:p>
          <a:p>
            <a:pPr lvl="1"/>
            <a:r>
              <a:rPr lang="zh-TW" altLang="en-US" dirty="0"/>
              <a:t>二個鏈結</a:t>
            </a:r>
            <a:r>
              <a:rPr lang="en-US" altLang="zh-TW" dirty="0"/>
              <a:t>(</a:t>
            </a:r>
            <a:r>
              <a:rPr lang="zh-TW" altLang="en-US" dirty="0"/>
              <a:t>指標</a:t>
            </a:r>
            <a:r>
              <a:rPr lang="en-US" altLang="zh-TW" dirty="0"/>
              <a:t>)</a:t>
            </a:r>
            <a:r>
              <a:rPr lang="zh-TW" altLang="en-US" dirty="0"/>
              <a:t>，</a:t>
            </a:r>
            <a:r>
              <a:rPr lang="en-US" altLang="zh-TW" i="1" dirty="0"/>
              <a:t>L</a:t>
            </a:r>
            <a:r>
              <a:rPr lang="en-US" altLang="zh-TW" baseline="-25000" dirty="0"/>
              <a:t>0</a:t>
            </a:r>
            <a:r>
              <a:rPr lang="en-US" altLang="zh-TW" dirty="0"/>
              <a:t>, </a:t>
            </a:r>
            <a:r>
              <a:rPr lang="en-US" altLang="zh-TW" i="1" dirty="0"/>
              <a:t>L</a:t>
            </a:r>
            <a:r>
              <a:rPr lang="en-US" altLang="zh-TW" baseline="-25000" dirty="0"/>
              <a:t>1</a:t>
            </a:r>
          </a:p>
          <a:p>
            <a:endParaRPr lang="en-US" altLang="zh-TW" dirty="0"/>
          </a:p>
          <a:p>
            <a:r>
              <a:rPr lang="zh-TW" altLang="en-US" dirty="0"/>
              <a:t>搜尋 </a:t>
            </a:r>
            <a:r>
              <a:rPr lang="en-US" altLang="zh-TW" i="1" dirty="0"/>
              <a:t>k</a:t>
            </a:r>
          </a:p>
          <a:p>
            <a:pPr lvl="1"/>
            <a:r>
              <a:rPr lang="en-US" altLang="zh-TW" i="1" dirty="0"/>
              <a:t>k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C00000"/>
                </a:solidFill>
              </a:rPr>
              <a:t>&lt;</a:t>
            </a:r>
            <a:r>
              <a:rPr lang="en-US" altLang="zh-TW" dirty="0"/>
              <a:t> </a:t>
            </a:r>
            <a:r>
              <a:rPr lang="en-US" altLang="zh-TW" i="1" dirty="0"/>
              <a:t>k</a:t>
            </a:r>
            <a:r>
              <a:rPr lang="en-US" altLang="zh-TW" baseline="-25000" dirty="0"/>
              <a:t>1</a:t>
            </a:r>
            <a:r>
              <a:rPr lang="en-US" altLang="zh-TW" dirty="0"/>
              <a:t>:</a:t>
            </a:r>
            <a:r>
              <a:rPr lang="zh-TW" altLang="en-US" dirty="0"/>
              <a:t> 往</a:t>
            </a:r>
            <a:r>
              <a:rPr lang="en-US" altLang="zh-TW" i="1" dirty="0"/>
              <a:t>L</a:t>
            </a:r>
            <a:r>
              <a:rPr lang="en-US" altLang="zh-TW" baseline="-25000" dirty="0">
                <a:solidFill>
                  <a:srgbClr val="C00000"/>
                </a:solidFill>
              </a:rPr>
              <a:t>0</a:t>
            </a:r>
            <a:r>
              <a:rPr lang="zh-TW" altLang="en-US" dirty="0"/>
              <a:t>指標走</a:t>
            </a:r>
            <a:endParaRPr lang="en-US" altLang="zh-TW" dirty="0"/>
          </a:p>
          <a:p>
            <a:pPr lvl="1"/>
            <a:r>
              <a:rPr lang="en-US" altLang="zh-TW" i="1" dirty="0"/>
              <a:t>k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C00000"/>
                </a:solidFill>
              </a:rPr>
              <a:t>&gt;</a:t>
            </a:r>
            <a:r>
              <a:rPr lang="en-US" altLang="zh-TW" dirty="0"/>
              <a:t> </a:t>
            </a:r>
            <a:r>
              <a:rPr lang="en-US" altLang="zh-TW" i="1" dirty="0"/>
              <a:t>k</a:t>
            </a:r>
            <a:r>
              <a:rPr lang="en-US" altLang="zh-TW" baseline="-25000" dirty="0"/>
              <a:t>1</a:t>
            </a:r>
            <a:r>
              <a:rPr lang="en-US" altLang="zh-TW" dirty="0"/>
              <a:t>:</a:t>
            </a:r>
            <a:r>
              <a:rPr lang="zh-TW" altLang="en-US" dirty="0"/>
              <a:t> 往</a:t>
            </a:r>
            <a:r>
              <a:rPr lang="en-US" altLang="zh-TW" i="1" dirty="0"/>
              <a:t>L</a:t>
            </a:r>
            <a:r>
              <a:rPr lang="en-US" altLang="zh-TW" baseline="-25000" dirty="0">
                <a:solidFill>
                  <a:srgbClr val="C00000"/>
                </a:solidFill>
              </a:rPr>
              <a:t>1</a:t>
            </a:r>
            <a:r>
              <a:rPr lang="zh-TW" altLang="en-US" dirty="0"/>
              <a:t>指標走</a:t>
            </a:r>
            <a:endParaRPr lang="en-US" altLang="zh-TW" dirty="0"/>
          </a:p>
          <a:p>
            <a:pPr lvl="1"/>
            <a:r>
              <a:rPr lang="en-US" altLang="zh-TW" i="1" dirty="0"/>
              <a:t>k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C00000"/>
                </a:solidFill>
              </a:rPr>
              <a:t>=</a:t>
            </a:r>
            <a:r>
              <a:rPr lang="en-US" altLang="zh-TW" dirty="0"/>
              <a:t> </a:t>
            </a:r>
            <a:r>
              <a:rPr lang="en-US" altLang="zh-TW" i="1" dirty="0"/>
              <a:t>k</a:t>
            </a:r>
            <a:r>
              <a:rPr lang="en-US" altLang="zh-TW" baseline="-25000" dirty="0"/>
              <a:t>1</a:t>
            </a:r>
            <a:r>
              <a:rPr lang="en-US" altLang="zh-TW" dirty="0"/>
              <a:t>:</a:t>
            </a:r>
            <a:r>
              <a:rPr lang="zh-TW" altLang="en-US" dirty="0"/>
              <a:t> 搜尋</a:t>
            </a:r>
            <a:r>
              <a:rPr lang="zh-TW" altLang="en-US" dirty="0">
                <a:solidFill>
                  <a:srgbClr val="C00000"/>
                </a:solidFill>
              </a:rPr>
              <a:t>成功</a:t>
            </a:r>
            <a:endParaRPr lang="en-US" altLang="zh-TW" dirty="0">
              <a:solidFill>
                <a:srgbClr val="C00000"/>
              </a:solidFill>
            </a:endParaRPr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搜尋</a:t>
            </a:r>
            <a:r>
              <a:rPr lang="en-US" altLang="zh-TW" dirty="0">
                <a:solidFill>
                  <a:srgbClr val="0000FF"/>
                </a:solidFill>
              </a:rPr>
              <a:t>40</a:t>
            </a:r>
          </a:p>
          <a:p>
            <a:pPr lvl="1"/>
            <a:r>
              <a:rPr lang="en-US" altLang="zh-TW" dirty="0">
                <a:solidFill>
                  <a:srgbClr val="0000FF"/>
                </a:solidFill>
              </a:rPr>
              <a:t>40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C00000"/>
                </a:solidFill>
              </a:rPr>
              <a:t>&lt;</a:t>
            </a:r>
            <a:r>
              <a:rPr lang="en-US" altLang="zh-TW" dirty="0"/>
              <a:t> 50: </a:t>
            </a:r>
            <a:r>
              <a:rPr lang="en-US" altLang="zh-TW" i="1" dirty="0"/>
              <a:t>L</a:t>
            </a:r>
            <a:r>
              <a:rPr lang="en-US" altLang="zh-TW" baseline="-25000" dirty="0">
                <a:solidFill>
                  <a:srgbClr val="C00000"/>
                </a:solidFill>
              </a:rPr>
              <a:t>0</a:t>
            </a:r>
            <a:r>
              <a:rPr lang="en-US" altLang="zh-TW" dirty="0"/>
              <a:t>; </a:t>
            </a:r>
            <a:r>
              <a:rPr lang="en-US" altLang="zh-TW" dirty="0">
                <a:solidFill>
                  <a:srgbClr val="0000FF"/>
                </a:solidFill>
              </a:rPr>
              <a:t>40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C00000"/>
                </a:solidFill>
              </a:rPr>
              <a:t>&gt;</a:t>
            </a:r>
            <a:r>
              <a:rPr lang="en-US" altLang="zh-TW" dirty="0"/>
              <a:t> 23: </a:t>
            </a:r>
            <a:r>
              <a:rPr lang="en-US" altLang="zh-TW" i="1" dirty="0"/>
              <a:t>L</a:t>
            </a:r>
            <a:r>
              <a:rPr lang="en-US" altLang="zh-TW" baseline="-25000" dirty="0">
                <a:solidFill>
                  <a:srgbClr val="C00000"/>
                </a:solidFill>
              </a:rPr>
              <a:t>1</a:t>
            </a:r>
            <a:r>
              <a:rPr lang="en-US" altLang="zh-TW" dirty="0"/>
              <a:t>; </a:t>
            </a:r>
            <a:r>
              <a:rPr lang="en-US" altLang="zh-TW" dirty="0">
                <a:solidFill>
                  <a:srgbClr val="0000FF"/>
                </a:solidFill>
              </a:rPr>
              <a:t>40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C00000"/>
                </a:solidFill>
              </a:rPr>
              <a:t>&gt;</a:t>
            </a:r>
            <a:r>
              <a:rPr lang="en-US" altLang="zh-TW" dirty="0"/>
              <a:t> 32: </a:t>
            </a:r>
            <a:r>
              <a:rPr lang="en-US" altLang="zh-TW" i="1" dirty="0"/>
              <a:t>L</a:t>
            </a:r>
            <a:r>
              <a:rPr lang="en-US" altLang="zh-TW" baseline="-25000" dirty="0">
                <a:solidFill>
                  <a:srgbClr val="C00000"/>
                </a:solidFill>
              </a:rPr>
              <a:t>1</a:t>
            </a:r>
            <a:r>
              <a:rPr lang="en-US" altLang="zh-TW" dirty="0"/>
              <a:t>; </a:t>
            </a:r>
            <a:r>
              <a:rPr lang="en-US" altLang="zh-TW" dirty="0">
                <a:solidFill>
                  <a:srgbClr val="0000FF"/>
                </a:solidFill>
              </a:rPr>
              <a:t>40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C00000"/>
                </a:solidFill>
              </a:rPr>
              <a:t>=</a:t>
            </a:r>
            <a:r>
              <a:rPr lang="en-US" altLang="zh-TW" dirty="0"/>
              <a:t> 40:</a:t>
            </a:r>
            <a:r>
              <a:rPr lang="zh-TW" altLang="en-US" dirty="0"/>
              <a:t> </a:t>
            </a:r>
            <a:r>
              <a:rPr lang="zh-TW" altLang="en-US" dirty="0">
                <a:solidFill>
                  <a:srgbClr val="C00000"/>
                </a:solidFill>
              </a:rPr>
              <a:t>成功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2026/05/13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</a:t>
            </a:fld>
            <a:endParaRPr lang="en-US" dirty="0"/>
          </a:p>
        </p:txBody>
      </p:sp>
      <p:cxnSp>
        <p:nvCxnSpPr>
          <p:cNvPr id="30" name="肘形接點 29"/>
          <p:cNvCxnSpPr>
            <a:stCxn id="40" idx="1"/>
            <a:endCxn id="46" idx="0"/>
          </p:cNvCxnSpPr>
          <p:nvPr/>
        </p:nvCxnSpPr>
        <p:spPr>
          <a:xfrm rot="10800000" flipV="1">
            <a:off x="5455451" y="2856781"/>
            <a:ext cx="529958" cy="501775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肘形接點 30"/>
          <p:cNvCxnSpPr>
            <a:stCxn id="40" idx="3"/>
            <a:endCxn id="52" idx="0"/>
          </p:cNvCxnSpPr>
          <p:nvPr/>
        </p:nvCxnSpPr>
        <p:spPr>
          <a:xfrm>
            <a:off x="6891182" y="2856782"/>
            <a:ext cx="579385" cy="501775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肘形接點 31"/>
          <p:cNvCxnSpPr>
            <a:stCxn id="46" idx="3"/>
            <a:endCxn id="64" idx="0"/>
          </p:cNvCxnSpPr>
          <p:nvPr/>
        </p:nvCxnSpPr>
        <p:spPr>
          <a:xfrm>
            <a:off x="5908337" y="3526772"/>
            <a:ext cx="65112" cy="553531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肘形接點 32"/>
          <p:cNvCxnSpPr>
            <a:stCxn id="46" idx="1"/>
            <a:endCxn id="58" idx="0"/>
          </p:cNvCxnSpPr>
          <p:nvPr/>
        </p:nvCxnSpPr>
        <p:spPr>
          <a:xfrm rot="10800000" flipV="1">
            <a:off x="4923918" y="3526771"/>
            <a:ext cx="78647" cy="553531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肘形接點 33"/>
          <p:cNvCxnSpPr>
            <a:stCxn id="64" idx="3"/>
            <a:endCxn id="82" idx="0"/>
          </p:cNvCxnSpPr>
          <p:nvPr/>
        </p:nvCxnSpPr>
        <p:spPr>
          <a:xfrm>
            <a:off x="6426335" y="4248518"/>
            <a:ext cx="72819" cy="493144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肘形接點 35"/>
          <p:cNvCxnSpPr>
            <a:stCxn id="52" idx="3"/>
            <a:endCxn id="76" idx="0"/>
          </p:cNvCxnSpPr>
          <p:nvPr/>
        </p:nvCxnSpPr>
        <p:spPr>
          <a:xfrm>
            <a:off x="7923453" y="3526772"/>
            <a:ext cx="77848" cy="553531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群組 36"/>
          <p:cNvGrpSpPr/>
          <p:nvPr/>
        </p:nvGrpSpPr>
        <p:grpSpPr>
          <a:xfrm>
            <a:off x="5985409" y="2672115"/>
            <a:ext cx="905773" cy="369332"/>
            <a:chOff x="2066987" y="4163043"/>
            <a:chExt cx="905773" cy="369332"/>
          </a:xfrm>
        </p:grpSpPr>
        <p:grpSp>
          <p:nvGrpSpPr>
            <p:cNvPr id="38" name="群組 37"/>
            <p:cNvGrpSpPr/>
            <p:nvPr/>
          </p:nvGrpSpPr>
          <p:grpSpPr>
            <a:xfrm>
              <a:off x="2066987" y="4179495"/>
              <a:ext cx="905773" cy="336430"/>
              <a:chOff x="698740" y="2536166"/>
              <a:chExt cx="905773" cy="336430"/>
            </a:xfrm>
          </p:grpSpPr>
          <p:sp>
            <p:nvSpPr>
              <p:cNvPr id="40" name="矩形 39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41" name="直線接點 40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線接點 41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" name="文字方塊 38"/>
            <p:cNvSpPr txBox="1"/>
            <p:nvPr/>
          </p:nvSpPr>
          <p:spPr>
            <a:xfrm>
              <a:off x="2318295" y="4163043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3" name="群組 42"/>
          <p:cNvGrpSpPr/>
          <p:nvPr/>
        </p:nvGrpSpPr>
        <p:grpSpPr>
          <a:xfrm>
            <a:off x="5002564" y="3325655"/>
            <a:ext cx="905773" cy="369332"/>
            <a:chOff x="1084142" y="4816583"/>
            <a:chExt cx="905773" cy="369332"/>
          </a:xfrm>
        </p:grpSpPr>
        <p:grpSp>
          <p:nvGrpSpPr>
            <p:cNvPr id="44" name="群組 43"/>
            <p:cNvGrpSpPr/>
            <p:nvPr/>
          </p:nvGrpSpPr>
          <p:grpSpPr>
            <a:xfrm>
              <a:off x="1084142" y="4849485"/>
              <a:ext cx="905773" cy="336430"/>
              <a:chOff x="698740" y="2536166"/>
              <a:chExt cx="905773" cy="336430"/>
            </a:xfrm>
          </p:grpSpPr>
          <p:sp>
            <p:nvSpPr>
              <p:cNvPr id="46" name="矩形 45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47" name="直線接點 46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線接點 47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5" name="文字方塊 44"/>
            <p:cNvSpPr txBox="1"/>
            <p:nvPr/>
          </p:nvSpPr>
          <p:spPr>
            <a:xfrm>
              <a:off x="1329279" y="4816583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9" name="群組 48"/>
          <p:cNvGrpSpPr/>
          <p:nvPr/>
        </p:nvGrpSpPr>
        <p:grpSpPr>
          <a:xfrm>
            <a:off x="7017680" y="3342106"/>
            <a:ext cx="905773" cy="369332"/>
            <a:chOff x="3099258" y="4833034"/>
            <a:chExt cx="905773" cy="369332"/>
          </a:xfrm>
        </p:grpSpPr>
        <p:grpSp>
          <p:nvGrpSpPr>
            <p:cNvPr id="50" name="群組 49"/>
            <p:cNvGrpSpPr/>
            <p:nvPr/>
          </p:nvGrpSpPr>
          <p:grpSpPr>
            <a:xfrm>
              <a:off x="3099258" y="4849485"/>
              <a:ext cx="905773" cy="336430"/>
              <a:chOff x="698740" y="2536166"/>
              <a:chExt cx="905773" cy="336430"/>
            </a:xfrm>
          </p:grpSpPr>
          <p:sp>
            <p:nvSpPr>
              <p:cNvPr id="52" name="矩形 51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53" name="直線接點 52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線接點 53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1" name="文字方塊 50"/>
            <p:cNvSpPr txBox="1"/>
            <p:nvPr/>
          </p:nvSpPr>
          <p:spPr>
            <a:xfrm>
              <a:off x="3353021" y="4833034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5" name="群組 54"/>
          <p:cNvGrpSpPr/>
          <p:nvPr/>
        </p:nvGrpSpPr>
        <p:grpSpPr>
          <a:xfrm>
            <a:off x="4471030" y="4056661"/>
            <a:ext cx="905773" cy="369332"/>
            <a:chOff x="552608" y="5547589"/>
            <a:chExt cx="905773" cy="369332"/>
          </a:xfrm>
        </p:grpSpPr>
        <p:grpSp>
          <p:nvGrpSpPr>
            <p:cNvPr id="56" name="群組 55"/>
            <p:cNvGrpSpPr/>
            <p:nvPr/>
          </p:nvGrpSpPr>
          <p:grpSpPr>
            <a:xfrm>
              <a:off x="552608" y="5571231"/>
              <a:ext cx="905773" cy="336430"/>
              <a:chOff x="698740" y="2536166"/>
              <a:chExt cx="905773" cy="336430"/>
            </a:xfrm>
          </p:grpSpPr>
          <p:sp>
            <p:nvSpPr>
              <p:cNvPr id="58" name="矩形 57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59" name="直線接點 58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線接點 59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7" name="文字方塊 56"/>
            <p:cNvSpPr txBox="1"/>
            <p:nvPr/>
          </p:nvSpPr>
          <p:spPr>
            <a:xfrm>
              <a:off x="798622" y="5547589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19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1" name="群組 60"/>
          <p:cNvGrpSpPr/>
          <p:nvPr/>
        </p:nvGrpSpPr>
        <p:grpSpPr>
          <a:xfrm>
            <a:off x="5520562" y="4048876"/>
            <a:ext cx="905773" cy="369332"/>
            <a:chOff x="1602140" y="5539804"/>
            <a:chExt cx="905773" cy="369332"/>
          </a:xfrm>
        </p:grpSpPr>
        <p:grpSp>
          <p:nvGrpSpPr>
            <p:cNvPr id="62" name="群組 61"/>
            <p:cNvGrpSpPr/>
            <p:nvPr/>
          </p:nvGrpSpPr>
          <p:grpSpPr>
            <a:xfrm>
              <a:off x="1602140" y="5571231"/>
              <a:ext cx="905773" cy="336430"/>
              <a:chOff x="698740" y="2536166"/>
              <a:chExt cx="905773" cy="336430"/>
            </a:xfrm>
          </p:grpSpPr>
          <p:sp>
            <p:nvSpPr>
              <p:cNvPr id="64" name="矩形 63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65" name="直線接點 64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線接點 65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3" name="文字方塊 62"/>
            <p:cNvSpPr txBox="1"/>
            <p:nvPr/>
          </p:nvSpPr>
          <p:spPr>
            <a:xfrm>
              <a:off x="1847277" y="5539804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3" name="群組 72"/>
          <p:cNvGrpSpPr/>
          <p:nvPr/>
        </p:nvGrpSpPr>
        <p:grpSpPr>
          <a:xfrm>
            <a:off x="7548414" y="4056661"/>
            <a:ext cx="905773" cy="369332"/>
            <a:chOff x="3629992" y="5547589"/>
            <a:chExt cx="905773" cy="369332"/>
          </a:xfrm>
        </p:grpSpPr>
        <p:grpSp>
          <p:nvGrpSpPr>
            <p:cNvPr id="74" name="群組 73"/>
            <p:cNvGrpSpPr/>
            <p:nvPr/>
          </p:nvGrpSpPr>
          <p:grpSpPr>
            <a:xfrm>
              <a:off x="3629992" y="5571231"/>
              <a:ext cx="905773" cy="336430"/>
              <a:chOff x="698740" y="2536166"/>
              <a:chExt cx="905773" cy="336430"/>
            </a:xfrm>
          </p:grpSpPr>
          <p:sp>
            <p:nvSpPr>
              <p:cNvPr id="76" name="矩形 75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77" name="直線接點 76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線接點 77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5" name="文字方塊 74"/>
            <p:cNvSpPr txBox="1"/>
            <p:nvPr/>
          </p:nvSpPr>
          <p:spPr>
            <a:xfrm>
              <a:off x="3875128" y="5547589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9" name="群組 78"/>
          <p:cNvGrpSpPr/>
          <p:nvPr/>
        </p:nvGrpSpPr>
        <p:grpSpPr>
          <a:xfrm>
            <a:off x="6046267" y="4741662"/>
            <a:ext cx="905773" cy="369332"/>
            <a:chOff x="31727" y="6232590"/>
            <a:chExt cx="905773" cy="369332"/>
          </a:xfrm>
        </p:grpSpPr>
        <p:grpSp>
          <p:nvGrpSpPr>
            <p:cNvPr id="80" name="群組 79"/>
            <p:cNvGrpSpPr/>
            <p:nvPr/>
          </p:nvGrpSpPr>
          <p:grpSpPr>
            <a:xfrm>
              <a:off x="31727" y="6232590"/>
              <a:ext cx="905773" cy="336430"/>
              <a:chOff x="698740" y="2536166"/>
              <a:chExt cx="905773" cy="336430"/>
            </a:xfrm>
          </p:grpSpPr>
          <p:sp>
            <p:nvSpPr>
              <p:cNvPr id="82" name="矩形 81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83" name="直線接點 82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線接點 83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1" name="文字方塊 80"/>
            <p:cNvSpPr txBox="1"/>
            <p:nvPr/>
          </p:nvSpPr>
          <p:spPr>
            <a:xfrm>
              <a:off x="276863" y="6232590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5" name="文字方塊 84"/>
          <p:cNvSpPr txBox="1"/>
          <p:nvPr/>
        </p:nvSpPr>
        <p:spPr>
          <a:xfrm>
            <a:off x="6240036" y="2323631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字方塊 85"/>
          <p:cNvSpPr txBox="1"/>
          <p:nvPr/>
        </p:nvSpPr>
        <p:spPr>
          <a:xfrm>
            <a:off x="6578677" y="2323880"/>
            <a:ext cx="402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字方塊 86"/>
          <p:cNvSpPr txBox="1"/>
          <p:nvPr/>
        </p:nvSpPr>
        <p:spPr>
          <a:xfrm>
            <a:off x="5901884" y="2330822"/>
            <a:ext cx="402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1350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2-3 Tree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2-3 tree</a:t>
            </a:r>
          </a:p>
          <a:p>
            <a:pPr lvl="1"/>
            <a:r>
              <a:rPr lang="zh-TW" altLang="en-US" dirty="0"/>
              <a:t>節點可以存放一筆或兩筆資料</a:t>
            </a:r>
            <a:endParaRPr lang="en-US" altLang="zh-TW" dirty="0"/>
          </a:p>
          <a:p>
            <a:pPr lvl="1"/>
            <a:r>
              <a:rPr lang="zh-TW" altLang="en-US" dirty="0"/>
              <a:t>存放一筆資料 </a:t>
            </a:r>
            <a:r>
              <a:rPr lang="en-US" altLang="zh-TW" dirty="0" err="1"/>
              <a:t>Ldata</a:t>
            </a:r>
            <a:endParaRPr lang="en-US" altLang="zh-TW" dirty="0"/>
          </a:p>
          <a:p>
            <a:pPr lvl="2"/>
            <a:r>
              <a:rPr lang="zh-TW" altLang="en-US" dirty="0"/>
              <a:t>左子節點 </a:t>
            </a:r>
            <a:r>
              <a:rPr lang="en-US" altLang="zh-TW" dirty="0"/>
              <a:t>&lt;</a:t>
            </a:r>
            <a:r>
              <a:rPr lang="zh-TW" altLang="en-US" dirty="0"/>
              <a:t> </a:t>
            </a:r>
            <a:r>
              <a:rPr lang="en-US" altLang="zh-TW" dirty="0" err="1"/>
              <a:t>Ldata</a:t>
            </a:r>
            <a:endParaRPr lang="en-US" altLang="zh-TW" dirty="0"/>
          </a:p>
          <a:p>
            <a:pPr lvl="2"/>
            <a:r>
              <a:rPr lang="zh-TW" altLang="en-US" dirty="0"/>
              <a:t>中子節點 </a:t>
            </a:r>
            <a:r>
              <a:rPr lang="en-US" altLang="zh-TW" dirty="0"/>
              <a:t>&gt;</a:t>
            </a:r>
            <a:r>
              <a:rPr lang="zh-TW" altLang="en-US" dirty="0"/>
              <a:t> </a:t>
            </a:r>
            <a:r>
              <a:rPr lang="en-US" altLang="zh-TW" dirty="0" err="1"/>
              <a:t>Ldata</a:t>
            </a:r>
            <a:endParaRPr lang="en-US" altLang="zh-TW" dirty="0"/>
          </a:p>
          <a:p>
            <a:pPr lvl="1"/>
            <a:r>
              <a:rPr lang="zh-TW" altLang="en-US" dirty="0"/>
              <a:t>存放兩筆資料 </a:t>
            </a:r>
            <a:r>
              <a:rPr lang="en-US" altLang="zh-TW" dirty="0" err="1"/>
              <a:t>Ldata</a:t>
            </a:r>
            <a:r>
              <a:rPr lang="en-US" altLang="zh-TW" dirty="0"/>
              <a:t> </a:t>
            </a:r>
            <a:r>
              <a:rPr lang="zh-TW" altLang="en-US" dirty="0"/>
              <a:t>與 </a:t>
            </a:r>
            <a:r>
              <a:rPr lang="en-US" altLang="zh-TW" dirty="0" err="1"/>
              <a:t>Rdata</a:t>
            </a:r>
            <a:endParaRPr lang="en-US" altLang="zh-TW" dirty="0"/>
          </a:p>
          <a:p>
            <a:pPr lvl="2"/>
            <a:r>
              <a:rPr lang="en-US" altLang="zh-TW" dirty="0" err="1"/>
              <a:t>Ldata</a:t>
            </a:r>
            <a:r>
              <a:rPr lang="en-US" altLang="zh-TW" dirty="0"/>
              <a:t> &lt; </a:t>
            </a:r>
            <a:r>
              <a:rPr lang="en-US" altLang="zh-TW" dirty="0" err="1"/>
              <a:t>Rdata</a:t>
            </a:r>
            <a:endParaRPr lang="en-US" altLang="zh-TW" dirty="0"/>
          </a:p>
          <a:p>
            <a:pPr lvl="2"/>
            <a:r>
              <a:rPr lang="zh-TW" altLang="en-US" dirty="0"/>
              <a:t>左子節點 </a:t>
            </a:r>
            <a:r>
              <a:rPr lang="en-US" altLang="zh-TW" dirty="0"/>
              <a:t>&lt; </a:t>
            </a:r>
            <a:r>
              <a:rPr lang="en-US" altLang="zh-TW" dirty="0" err="1"/>
              <a:t>Ldata</a:t>
            </a:r>
            <a:endParaRPr lang="en-US" altLang="zh-TW" dirty="0"/>
          </a:p>
          <a:p>
            <a:pPr lvl="2"/>
            <a:r>
              <a:rPr lang="en-US" altLang="zh-TW" dirty="0" err="1"/>
              <a:t>Ldata</a:t>
            </a:r>
            <a:r>
              <a:rPr lang="en-US" altLang="zh-TW" dirty="0"/>
              <a:t> &lt;</a:t>
            </a:r>
            <a:r>
              <a:rPr lang="zh-TW" altLang="en-US" dirty="0"/>
              <a:t> 中子節點 </a:t>
            </a:r>
            <a:r>
              <a:rPr lang="en-US" altLang="zh-TW" dirty="0"/>
              <a:t>&lt; </a:t>
            </a:r>
            <a:r>
              <a:rPr lang="en-US" altLang="zh-TW" dirty="0" err="1"/>
              <a:t>Rdata</a:t>
            </a:r>
            <a:endParaRPr lang="en-US" altLang="zh-TW" dirty="0"/>
          </a:p>
          <a:p>
            <a:pPr lvl="2"/>
            <a:r>
              <a:rPr lang="en-US" altLang="zh-TW" dirty="0" err="1"/>
              <a:t>Rdata</a:t>
            </a:r>
            <a:r>
              <a:rPr lang="zh-TW" altLang="en-US" dirty="0"/>
              <a:t> </a:t>
            </a:r>
            <a:r>
              <a:rPr lang="en-US" altLang="zh-TW" dirty="0"/>
              <a:t>&lt;</a:t>
            </a:r>
            <a:r>
              <a:rPr lang="zh-TW" altLang="en-US" dirty="0"/>
              <a:t> 右子節點</a:t>
            </a:r>
            <a:endParaRPr lang="en-US" altLang="zh-TW" dirty="0"/>
          </a:p>
          <a:p>
            <a:pPr lvl="1"/>
            <a:r>
              <a:rPr lang="zh-TW" altLang="en-US" dirty="0"/>
              <a:t>樹葉節點必須為同一階度</a:t>
            </a:r>
            <a:r>
              <a:rPr lang="en-US" altLang="zh-TW" dirty="0"/>
              <a:t>(level)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2026/05/13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3</a:t>
            </a:fld>
            <a:endParaRPr lang="en-US" altLang="zh-TW" dirty="0"/>
          </a:p>
        </p:txBody>
      </p:sp>
      <p:grpSp>
        <p:nvGrpSpPr>
          <p:cNvPr id="82" name="群組 81"/>
          <p:cNvGrpSpPr/>
          <p:nvPr/>
        </p:nvGrpSpPr>
        <p:grpSpPr>
          <a:xfrm>
            <a:off x="4120856" y="4581128"/>
            <a:ext cx="4965620" cy="1601672"/>
            <a:chOff x="4120856" y="4581128"/>
            <a:chExt cx="4965620" cy="1601672"/>
          </a:xfrm>
        </p:grpSpPr>
        <p:grpSp>
          <p:nvGrpSpPr>
            <p:cNvPr id="27" name="群組 26"/>
            <p:cNvGrpSpPr/>
            <p:nvPr/>
          </p:nvGrpSpPr>
          <p:grpSpPr>
            <a:xfrm>
              <a:off x="5800341" y="4581128"/>
              <a:ext cx="1606649" cy="371565"/>
              <a:chOff x="959503" y="4134942"/>
              <a:chExt cx="845197" cy="371565"/>
            </a:xfrm>
          </p:grpSpPr>
          <p:sp>
            <p:nvSpPr>
              <p:cNvPr id="28" name="矩形 27"/>
              <p:cNvSpPr/>
              <p:nvPr/>
            </p:nvSpPr>
            <p:spPr>
              <a:xfrm>
                <a:off x="959503" y="4160817"/>
                <a:ext cx="845197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9" name="直線接點 28"/>
              <p:cNvCxnSpPr/>
              <p:nvPr/>
            </p:nvCxnSpPr>
            <p:spPr>
              <a:xfrm>
                <a:off x="1382027" y="4160817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文字方塊 29"/>
              <p:cNvSpPr txBox="1"/>
              <p:nvPr/>
            </p:nvSpPr>
            <p:spPr>
              <a:xfrm>
                <a:off x="963519" y="4137175"/>
                <a:ext cx="4074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Ldata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" name="文字方塊 30"/>
              <p:cNvSpPr txBox="1"/>
              <p:nvPr/>
            </p:nvSpPr>
            <p:spPr>
              <a:xfrm>
                <a:off x="1389843" y="4134942"/>
                <a:ext cx="41421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Rdata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55" name="群組 54"/>
            <p:cNvGrpSpPr/>
            <p:nvPr/>
          </p:nvGrpSpPr>
          <p:grpSpPr>
            <a:xfrm>
              <a:off x="5800341" y="5808302"/>
              <a:ext cx="1606650" cy="369332"/>
              <a:chOff x="959503" y="4137175"/>
              <a:chExt cx="845197" cy="369332"/>
            </a:xfrm>
          </p:grpSpPr>
          <p:sp>
            <p:nvSpPr>
              <p:cNvPr id="56" name="矩形 55"/>
              <p:cNvSpPr/>
              <p:nvPr/>
            </p:nvSpPr>
            <p:spPr>
              <a:xfrm>
                <a:off x="959503" y="4160817"/>
                <a:ext cx="845197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7" name="文字方塊 56"/>
              <p:cNvSpPr txBox="1"/>
              <p:nvPr/>
            </p:nvSpPr>
            <p:spPr>
              <a:xfrm>
                <a:off x="1097405" y="4137175"/>
                <a:ext cx="5828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TW" altLang="en-US" b="1" dirty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中子節點</a:t>
                </a:r>
              </a:p>
            </p:txBody>
          </p:sp>
        </p:grpSp>
        <p:grpSp>
          <p:nvGrpSpPr>
            <p:cNvPr id="58" name="群組 57"/>
            <p:cNvGrpSpPr/>
            <p:nvPr/>
          </p:nvGrpSpPr>
          <p:grpSpPr>
            <a:xfrm>
              <a:off x="4120856" y="5806277"/>
              <a:ext cx="1606650" cy="369332"/>
              <a:chOff x="959503" y="4137175"/>
              <a:chExt cx="845197" cy="369332"/>
            </a:xfrm>
          </p:grpSpPr>
          <p:sp>
            <p:nvSpPr>
              <p:cNvPr id="59" name="矩形 58"/>
              <p:cNvSpPr/>
              <p:nvPr/>
            </p:nvSpPr>
            <p:spPr>
              <a:xfrm>
                <a:off x="959503" y="4160817"/>
                <a:ext cx="845197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文字方塊 59"/>
              <p:cNvSpPr txBox="1"/>
              <p:nvPr/>
            </p:nvSpPr>
            <p:spPr>
              <a:xfrm>
                <a:off x="1097405" y="4137175"/>
                <a:ext cx="5828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TW" altLang="en-US" b="1" dirty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左子節點</a:t>
                </a:r>
              </a:p>
            </p:txBody>
          </p:sp>
        </p:grpSp>
        <p:grpSp>
          <p:nvGrpSpPr>
            <p:cNvPr id="61" name="群組 60"/>
            <p:cNvGrpSpPr/>
            <p:nvPr/>
          </p:nvGrpSpPr>
          <p:grpSpPr>
            <a:xfrm>
              <a:off x="7479826" y="5813468"/>
              <a:ext cx="1606650" cy="369332"/>
              <a:chOff x="959503" y="4137175"/>
              <a:chExt cx="845197" cy="369332"/>
            </a:xfrm>
          </p:grpSpPr>
          <p:sp>
            <p:nvSpPr>
              <p:cNvPr id="62" name="矩形 61"/>
              <p:cNvSpPr/>
              <p:nvPr/>
            </p:nvSpPr>
            <p:spPr>
              <a:xfrm>
                <a:off x="959503" y="4160817"/>
                <a:ext cx="845197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3" name="文字方塊 62"/>
              <p:cNvSpPr txBox="1"/>
              <p:nvPr/>
            </p:nvSpPr>
            <p:spPr>
              <a:xfrm>
                <a:off x="1097405" y="4137175"/>
                <a:ext cx="5828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TW" altLang="en-US" b="1" dirty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右子節點</a:t>
                </a:r>
              </a:p>
            </p:txBody>
          </p:sp>
        </p:grpSp>
        <p:cxnSp>
          <p:nvCxnSpPr>
            <p:cNvPr id="65" name="直線接點 64"/>
            <p:cNvCxnSpPr>
              <a:stCxn id="28" idx="2"/>
              <a:endCxn id="56" idx="0"/>
            </p:cNvCxnSpPr>
            <p:nvPr/>
          </p:nvCxnSpPr>
          <p:spPr>
            <a:xfrm>
              <a:off x="6603666" y="4943433"/>
              <a:ext cx="0" cy="88851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線接點 67"/>
            <p:cNvCxnSpPr>
              <a:stCxn id="28" idx="2"/>
              <a:endCxn id="59" idx="0"/>
            </p:cNvCxnSpPr>
            <p:nvPr/>
          </p:nvCxnSpPr>
          <p:spPr>
            <a:xfrm flipH="1">
              <a:off x="4924181" y="4943433"/>
              <a:ext cx="1679485" cy="88648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線接點 70"/>
            <p:cNvCxnSpPr>
              <a:stCxn id="28" idx="2"/>
              <a:endCxn id="62" idx="0"/>
            </p:cNvCxnSpPr>
            <p:nvPr/>
          </p:nvCxnSpPr>
          <p:spPr>
            <a:xfrm>
              <a:off x="6603666" y="4943433"/>
              <a:ext cx="1679485" cy="8936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群組 80"/>
          <p:cNvGrpSpPr/>
          <p:nvPr/>
        </p:nvGrpSpPr>
        <p:grpSpPr>
          <a:xfrm>
            <a:off x="4860032" y="1704389"/>
            <a:ext cx="3300397" cy="1595674"/>
            <a:chOff x="4860032" y="1704389"/>
            <a:chExt cx="3300397" cy="1595674"/>
          </a:xfrm>
        </p:grpSpPr>
        <p:grpSp>
          <p:nvGrpSpPr>
            <p:cNvPr id="42" name="群組 41"/>
            <p:cNvGrpSpPr/>
            <p:nvPr/>
          </p:nvGrpSpPr>
          <p:grpSpPr>
            <a:xfrm>
              <a:off x="4860032" y="2930731"/>
              <a:ext cx="1606650" cy="369332"/>
              <a:chOff x="959503" y="4137175"/>
              <a:chExt cx="845197" cy="369332"/>
            </a:xfrm>
          </p:grpSpPr>
          <p:sp>
            <p:nvSpPr>
              <p:cNvPr id="43" name="矩形 42"/>
              <p:cNvSpPr/>
              <p:nvPr/>
            </p:nvSpPr>
            <p:spPr>
              <a:xfrm>
                <a:off x="959503" y="4160817"/>
                <a:ext cx="845197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文字方塊 45"/>
              <p:cNvSpPr txBox="1"/>
              <p:nvPr/>
            </p:nvSpPr>
            <p:spPr>
              <a:xfrm>
                <a:off x="1097405" y="4137175"/>
                <a:ext cx="5828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TW" altLang="en-US" b="1" dirty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左子節點</a:t>
                </a:r>
              </a:p>
            </p:txBody>
          </p:sp>
        </p:grpSp>
        <p:grpSp>
          <p:nvGrpSpPr>
            <p:cNvPr id="47" name="群組 46"/>
            <p:cNvGrpSpPr/>
            <p:nvPr/>
          </p:nvGrpSpPr>
          <p:grpSpPr>
            <a:xfrm>
              <a:off x="6553780" y="1704389"/>
              <a:ext cx="1606649" cy="369332"/>
              <a:chOff x="959503" y="4137175"/>
              <a:chExt cx="845197" cy="369332"/>
            </a:xfrm>
          </p:grpSpPr>
          <p:sp>
            <p:nvSpPr>
              <p:cNvPr id="48" name="矩形 47"/>
              <p:cNvSpPr/>
              <p:nvPr/>
            </p:nvSpPr>
            <p:spPr>
              <a:xfrm>
                <a:off x="959503" y="4160817"/>
                <a:ext cx="845197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9" name="直線接點 48"/>
              <p:cNvCxnSpPr/>
              <p:nvPr/>
            </p:nvCxnSpPr>
            <p:spPr>
              <a:xfrm>
                <a:off x="1382027" y="4160817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文字方塊 49"/>
              <p:cNvSpPr txBox="1"/>
              <p:nvPr/>
            </p:nvSpPr>
            <p:spPr>
              <a:xfrm>
                <a:off x="963519" y="4137175"/>
                <a:ext cx="4074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Ldata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52" name="群組 51"/>
            <p:cNvGrpSpPr/>
            <p:nvPr/>
          </p:nvGrpSpPr>
          <p:grpSpPr>
            <a:xfrm>
              <a:off x="6552566" y="2930731"/>
              <a:ext cx="1606650" cy="369332"/>
              <a:chOff x="959503" y="4137175"/>
              <a:chExt cx="845197" cy="369332"/>
            </a:xfrm>
          </p:grpSpPr>
          <p:sp>
            <p:nvSpPr>
              <p:cNvPr id="53" name="矩形 52"/>
              <p:cNvSpPr/>
              <p:nvPr/>
            </p:nvSpPr>
            <p:spPr>
              <a:xfrm>
                <a:off x="959503" y="4160817"/>
                <a:ext cx="845197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文字方塊 53"/>
              <p:cNvSpPr txBox="1"/>
              <p:nvPr/>
            </p:nvSpPr>
            <p:spPr>
              <a:xfrm>
                <a:off x="1097405" y="4137175"/>
                <a:ext cx="5828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TW" altLang="en-US" b="1" dirty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中子節點</a:t>
                </a:r>
              </a:p>
            </p:txBody>
          </p:sp>
        </p:grpSp>
        <p:cxnSp>
          <p:nvCxnSpPr>
            <p:cNvPr id="74" name="直線接點 73"/>
            <p:cNvCxnSpPr>
              <a:stCxn id="48" idx="2"/>
              <a:endCxn id="53" idx="0"/>
            </p:cNvCxnSpPr>
            <p:nvPr/>
          </p:nvCxnSpPr>
          <p:spPr>
            <a:xfrm flipH="1">
              <a:off x="7355891" y="2064461"/>
              <a:ext cx="1214" cy="88991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線接點 76"/>
            <p:cNvCxnSpPr>
              <a:stCxn id="48" idx="2"/>
              <a:endCxn id="43" idx="0"/>
            </p:cNvCxnSpPr>
            <p:nvPr/>
          </p:nvCxnSpPr>
          <p:spPr>
            <a:xfrm flipH="1">
              <a:off x="5663357" y="2064461"/>
              <a:ext cx="1693748" cy="88991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82377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2-3 Tree</a:t>
            </a:r>
            <a:r>
              <a:rPr lang="zh-TW" altLang="en-US" dirty="0"/>
              <a:t> 的搜尋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搜尋</a:t>
            </a:r>
            <a:r>
              <a:rPr lang="en-US" altLang="zh-TW" dirty="0">
                <a:solidFill>
                  <a:srgbClr val="0000FF"/>
                </a:solidFill>
              </a:rPr>
              <a:t>60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2026/05/13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4</a:t>
            </a:fld>
            <a:endParaRPr lang="en-US" altLang="zh-TW" dirty="0"/>
          </a:p>
        </p:txBody>
      </p:sp>
      <p:sp>
        <p:nvSpPr>
          <p:cNvPr id="14" name="橢圓 13"/>
          <p:cNvSpPr/>
          <p:nvPr/>
        </p:nvSpPr>
        <p:spPr>
          <a:xfrm>
            <a:off x="1043608" y="4869200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</a:rPr>
              <a:t>10</a:t>
            </a:r>
            <a:r>
              <a:rPr lang="zh-TW" altLang="en-US" b="1" dirty="0">
                <a:solidFill>
                  <a:schemeClr val="tx1"/>
                </a:solidFill>
              </a:rPr>
              <a:t> </a:t>
            </a:r>
            <a:r>
              <a:rPr lang="en-US" altLang="zh-TW" b="1" dirty="0">
                <a:solidFill>
                  <a:schemeClr val="tx1"/>
                </a:solidFill>
              </a:rPr>
              <a:t> 20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18" name="直線接點 17"/>
          <p:cNvCxnSpPr>
            <a:stCxn id="78" idx="3"/>
            <a:endCxn id="14" idx="0"/>
          </p:cNvCxnSpPr>
          <p:nvPr/>
        </p:nvCxnSpPr>
        <p:spPr>
          <a:xfrm flipH="1">
            <a:off x="1475656" y="4014964"/>
            <a:ext cx="738035" cy="8542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78" idx="4"/>
            <a:endCxn id="61" idx="0"/>
          </p:cNvCxnSpPr>
          <p:nvPr/>
        </p:nvCxnSpPr>
        <p:spPr>
          <a:xfrm>
            <a:off x="2519195" y="4067685"/>
            <a:ext cx="557" cy="8015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橢圓 22"/>
          <p:cNvSpPr/>
          <p:nvPr/>
        </p:nvSpPr>
        <p:spPr>
          <a:xfrm>
            <a:off x="4177020" y="2394072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</a:rPr>
              <a:t>45 </a:t>
            </a:r>
            <a:r>
              <a:rPr lang="zh-TW" altLang="en-US" b="1" dirty="0">
                <a:solidFill>
                  <a:schemeClr val="tx1"/>
                </a:solidFill>
              </a:rPr>
              <a:t> </a:t>
            </a:r>
            <a:r>
              <a:rPr lang="en-US" altLang="zh-TW" b="1" dirty="0">
                <a:solidFill>
                  <a:schemeClr val="tx1"/>
                </a:solidFill>
              </a:rPr>
              <a:t>70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25" name="直線接點 24"/>
          <p:cNvCxnSpPr>
            <a:stCxn id="80" idx="3"/>
            <a:endCxn id="65" idx="0"/>
          </p:cNvCxnSpPr>
          <p:nvPr/>
        </p:nvCxnSpPr>
        <p:spPr>
          <a:xfrm flipH="1">
            <a:off x="3563888" y="4016055"/>
            <a:ext cx="739675" cy="8567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>
            <a:stCxn id="67" idx="0"/>
            <a:endCxn id="80" idx="4"/>
          </p:cNvCxnSpPr>
          <p:nvPr/>
        </p:nvCxnSpPr>
        <p:spPr>
          <a:xfrm flipV="1">
            <a:off x="4607146" y="4068776"/>
            <a:ext cx="1921" cy="80042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/>
          <p:cNvCxnSpPr>
            <a:stCxn id="23" idx="3"/>
            <a:endCxn id="78" idx="0"/>
          </p:cNvCxnSpPr>
          <p:nvPr/>
        </p:nvCxnSpPr>
        <p:spPr>
          <a:xfrm flipH="1">
            <a:off x="2519195" y="2701351"/>
            <a:ext cx="1784369" cy="100633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>
            <a:stCxn id="23" idx="4"/>
            <a:endCxn id="80" idx="0"/>
          </p:cNvCxnSpPr>
          <p:nvPr/>
        </p:nvCxnSpPr>
        <p:spPr>
          <a:xfrm flipH="1">
            <a:off x="4609067" y="2754072"/>
            <a:ext cx="1" cy="9547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向下箭號 36"/>
          <p:cNvSpPr/>
          <p:nvPr/>
        </p:nvSpPr>
        <p:spPr>
          <a:xfrm rot="10800000">
            <a:off x="4355956" y="2755525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向下箭號 37"/>
          <p:cNvSpPr/>
          <p:nvPr/>
        </p:nvSpPr>
        <p:spPr>
          <a:xfrm rot="10800000">
            <a:off x="4331380" y="4082888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向下箭號 38"/>
          <p:cNvSpPr/>
          <p:nvPr/>
        </p:nvSpPr>
        <p:spPr>
          <a:xfrm rot="10800000">
            <a:off x="4344067" y="5248900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1" name="直線接點 40"/>
          <p:cNvCxnSpPr>
            <a:stCxn id="14" idx="0"/>
            <a:endCxn id="14" idx="4"/>
          </p:cNvCxnSpPr>
          <p:nvPr/>
        </p:nvCxnSpPr>
        <p:spPr>
          <a:xfrm>
            <a:off x="1475656" y="4869200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>
            <a:stCxn id="23" idx="0"/>
            <a:endCxn id="23" idx="4"/>
          </p:cNvCxnSpPr>
          <p:nvPr/>
        </p:nvCxnSpPr>
        <p:spPr>
          <a:xfrm>
            <a:off x="4609068" y="2394072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>
            <a:stCxn id="82" idx="3"/>
            <a:endCxn id="72" idx="0"/>
          </p:cNvCxnSpPr>
          <p:nvPr/>
        </p:nvCxnSpPr>
        <p:spPr>
          <a:xfrm flipH="1">
            <a:off x="5621230" y="4011754"/>
            <a:ext cx="768293" cy="8574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>
            <a:stCxn id="74" idx="0"/>
            <a:endCxn id="82" idx="4"/>
          </p:cNvCxnSpPr>
          <p:nvPr/>
        </p:nvCxnSpPr>
        <p:spPr>
          <a:xfrm flipH="1" flipV="1">
            <a:off x="6695027" y="4064475"/>
            <a:ext cx="6323" cy="8021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>
            <a:stCxn id="23" idx="5"/>
            <a:endCxn id="82" idx="0"/>
          </p:cNvCxnSpPr>
          <p:nvPr/>
        </p:nvCxnSpPr>
        <p:spPr>
          <a:xfrm>
            <a:off x="4914572" y="2701351"/>
            <a:ext cx="1780455" cy="100312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向下箭號 59"/>
          <p:cNvSpPr/>
          <p:nvPr/>
        </p:nvSpPr>
        <p:spPr>
          <a:xfrm>
            <a:off x="4529568" y="2886396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橢圓 60"/>
          <p:cNvSpPr/>
          <p:nvPr/>
        </p:nvSpPr>
        <p:spPr>
          <a:xfrm>
            <a:off x="2087704" y="4869200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TW" b="1" dirty="0">
                <a:solidFill>
                  <a:schemeClr val="tx1"/>
                </a:solidFill>
              </a:rPr>
              <a:t>40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62" name="直線接點 61"/>
          <p:cNvCxnSpPr>
            <a:stCxn id="61" idx="0"/>
            <a:endCxn id="61" idx="4"/>
          </p:cNvCxnSpPr>
          <p:nvPr/>
        </p:nvCxnSpPr>
        <p:spPr>
          <a:xfrm>
            <a:off x="2519752" y="4869200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橢圓 64"/>
          <p:cNvSpPr/>
          <p:nvPr/>
        </p:nvSpPr>
        <p:spPr>
          <a:xfrm>
            <a:off x="3131840" y="4872820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TW" b="1" dirty="0">
                <a:solidFill>
                  <a:schemeClr val="tx1"/>
                </a:solidFill>
              </a:rPr>
              <a:t>50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66" name="直線接點 65"/>
          <p:cNvCxnSpPr>
            <a:stCxn id="65" idx="0"/>
            <a:endCxn id="65" idx="4"/>
          </p:cNvCxnSpPr>
          <p:nvPr/>
        </p:nvCxnSpPr>
        <p:spPr>
          <a:xfrm>
            <a:off x="3563888" y="4872820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橢圓 66"/>
          <p:cNvSpPr/>
          <p:nvPr/>
        </p:nvSpPr>
        <p:spPr>
          <a:xfrm>
            <a:off x="4175098" y="4869200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TW" b="1" dirty="0">
                <a:solidFill>
                  <a:schemeClr val="tx1"/>
                </a:solidFill>
              </a:rPr>
              <a:t>60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68" name="直線接點 67"/>
          <p:cNvCxnSpPr>
            <a:stCxn id="67" idx="0"/>
            <a:endCxn id="67" idx="4"/>
          </p:cNvCxnSpPr>
          <p:nvPr/>
        </p:nvCxnSpPr>
        <p:spPr>
          <a:xfrm>
            <a:off x="4607146" y="4869200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橢圓 71"/>
          <p:cNvSpPr/>
          <p:nvPr/>
        </p:nvSpPr>
        <p:spPr>
          <a:xfrm>
            <a:off x="5189182" y="4869200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TW" b="1" dirty="0">
                <a:solidFill>
                  <a:schemeClr val="tx1"/>
                </a:solidFill>
              </a:rPr>
              <a:t>80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73" name="直線接點 72"/>
          <p:cNvCxnSpPr>
            <a:stCxn id="72" idx="0"/>
            <a:endCxn id="72" idx="4"/>
          </p:cNvCxnSpPr>
          <p:nvPr/>
        </p:nvCxnSpPr>
        <p:spPr>
          <a:xfrm>
            <a:off x="5621230" y="4869200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橢圓 73"/>
          <p:cNvSpPr/>
          <p:nvPr/>
        </p:nvSpPr>
        <p:spPr>
          <a:xfrm>
            <a:off x="6269302" y="4866642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TW" b="1" dirty="0">
                <a:solidFill>
                  <a:schemeClr val="tx1"/>
                </a:solidFill>
              </a:rPr>
              <a:t>90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75" name="直線接點 74"/>
          <p:cNvCxnSpPr>
            <a:stCxn id="74" idx="0"/>
            <a:endCxn id="74" idx="4"/>
          </p:cNvCxnSpPr>
          <p:nvPr/>
        </p:nvCxnSpPr>
        <p:spPr>
          <a:xfrm>
            <a:off x="6701350" y="4866642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橢圓 77"/>
          <p:cNvSpPr/>
          <p:nvPr/>
        </p:nvSpPr>
        <p:spPr>
          <a:xfrm>
            <a:off x="2087147" y="3707685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TW" b="1" dirty="0">
                <a:solidFill>
                  <a:schemeClr val="tx1"/>
                </a:solidFill>
              </a:rPr>
              <a:t>30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79" name="直線接點 78"/>
          <p:cNvCxnSpPr>
            <a:stCxn id="78" idx="0"/>
            <a:endCxn id="78" idx="4"/>
          </p:cNvCxnSpPr>
          <p:nvPr/>
        </p:nvCxnSpPr>
        <p:spPr>
          <a:xfrm>
            <a:off x="2519195" y="3707685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橢圓 79"/>
          <p:cNvSpPr/>
          <p:nvPr/>
        </p:nvSpPr>
        <p:spPr>
          <a:xfrm>
            <a:off x="4177019" y="3708776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TW" b="1" dirty="0">
                <a:solidFill>
                  <a:schemeClr val="tx1"/>
                </a:solidFill>
              </a:rPr>
              <a:t>55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81" name="直線接點 80"/>
          <p:cNvCxnSpPr>
            <a:stCxn id="80" idx="0"/>
            <a:endCxn id="80" idx="4"/>
          </p:cNvCxnSpPr>
          <p:nvPr/>
        </p:nvCxnSpPr>
        <p:spPr>
          <a:xfrm>
            <a:off x="4609067" y="3708776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橢圓 81"/>
          <p:cNvSpPr/>
          <p:nvPr/>
        </p:nvSpPr>
        <p:spPr>
          <a:xfrm>
            <a:off x="6262979" y="3704475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TW" b="1" dirty="0">
                <a:solidFill>
                  <a:schemeClr val="tx1"/>
                </a:solidFill>
              </a:rPr>
              <a:t>85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83" name="直線接點 82"/>
          <p:cNvCxnSpPr>
            <a:stCxn id="82" idx="0"/>
            <a:endCxn id="82" idx="4"/>
          </p:cNvCxnSpPr>
          <p:nvPr/>
        </p:nvCxnSpPr>
        <p:spPr>
          <a:xfrm>
            <a:off x="6695027" y="3704475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向下箭號 96"/>
          <p:cNvSpPr/>
          <p:nvPr/>
        </p:nvSpPr>
        <p:spPr>
          <a:xfrm>
            <a:off x="4520412" y="4210486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8224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7" grpId="1" animBg="1"/>
      <p:bldP spid="38" grpId="0" animBg="1"/>
      <p:bldP spid="38" grpId="1" animBg="1"/>
      <p:bldP spid="39" grpId="0" animBg="1"/>
      <p:bldP spid="60" grpId="0" animBg="1"/>
      <p:bldP spid="9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2-3 Tree</a:t>
            </a:r>
            <a:r>
              <a:rPr lang="zh-TW" altLang="en-US" dirty="0"/>
              <a:t> 的加入 </a:t>
            </a:r>
            <a:r>
              <a:rPr lang="en-US" altLang="zh-TW" dirty="0"/>
              <a:t>(1/6)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狀況一：只有一筆資料，直接加入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2026/05/13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5</a:t>
            </a:fld>
            <a:endParaRPr lang="en-US" altLang="zh-TW" dirty="0"/>
          </a:p>
        </p:txBody>
      </p:sp>
      <p:sp>
        <p:nvSpPr>
          <p:cNvPr id="14" name="橢圓 13"/>
          <p:cNvSpPr/>
          <p:nvPr/>
        </p:nvSpPr>
        <p:spPr>
          <a:xfrm>
            <a:off x="231566" y="4868309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</a:rPr>
              <a:t>10</a:t>
            </a:r>
            <a:r>
              <a:rPr lang="zh-TW" altLang="en-US" b="1" dirty="0">
                <a:solidFill>
                  <a:schemeClr val="tx1"/>
                </a:solidFill>
              </a:rPr>
              <a:t> </a:t>
            </a:r>
            <a:r>
              <a:rPr lang="en-US" altLang="zh-TW" b="1" dirty="0">
                <a:solidFill>
                  <a:schemeClr val="tx1"/>
                </a:solidFill>
              </a:rPr>
              <a:t> 20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18" name="直線接點 17"/>
          <p:cNvCxnSpPr>
            <a:stCxn id="78" idx="3"/>
            <a:endCxn id="14" idx="0"/>
          </p:cNvCxnSpPr>
          <p:nvPr/>
        </p:nvCxnSpPr>
        <p:spPr>
          <a:xfrm flipH="1">
            <a:off x="663614" y="4014964"/>
            <a:ext cx="613973" cy="8533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78" idx="4"/>
            <a:endCxn id="61" idx="0"/>
          </p:cNvCxnSpPr>
          <p:nvPr/>
        </p:nvCxnSpPr>
        <p:spPr>
          <a:xfrm>
            <a:off x="1583091" y="4067685"/>
            <a:ext cx="557" cy="8015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橢圓 22"/>
          <p:cNvSpPr/>
          <p:nvPr/>
        </p:nvSpPr>
        <p:spPr>
          <a:xfrm>
            <a:off x="4177020" y="2394072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TW" b="1" dirty="0">
                <a:solidFill>
                  <a:schemeClr val="tx1"/>
                </a:solidFill>
              </a:rPr>
              <a:t>45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31" name="直線接點 30"/>
          <p:cNvCxnSpPr>
            <a:stCxn id="23" idx="3"/>
            <a:endCxn id="78" idx="0"/>
          </p:cNvCxnSpPr>
          <p:nvPr/>
        </p:nvCxnSpPr>
        <p:spPr>
          <a:xfrm flipH="1">
            <a:off x="1583091" y="2701351"/>
            <a:ext cx="2720473" cy="100633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向下箭號 36"/>
          <p:cNvSpPr/>
          <p:nvPr/>
        </p:nvSpPr>
        <p:spPr>
          <a:xfrm rot="10800000">
            <a:off x="4355956" y="2755525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向下箭號 37"/>
          <p:cNvSpPr/>
          <p:nvPr/>
        </p:nvSpPr>
        <p:spPr>
          <a:xfrm rot="10800000">
            <a:off x="4303564" y="4066794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向下箭號 38"/>
          <p:cNvSpPr/>
          <p:nvPr/>
        </p:nvSpPr>
        <p:spPr>
          <a:xfrm rot="10800000">
            <a:off x="3779912" y="5246624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1" name="直線接點 40"/>
          <p:cNvCxnSpPr>
            <a:stCxn id="14" idx="0"/>
            <a:endCxn id="14" idx="4"/>
          </p:cNvCxnSpPr>
          <p:nvPr/>
        </p:nvCxnSpPr>
        <p:spPr>
          <a:xfrm>
            <a:off x="663614" y="4868309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>
            <a:stCxn id="23" idx="0"/>
            <a:endCxn id="23" idx="4"/>
          </p:cNvCxnSpPr>
          <p:nvPr/>
        </p:nvCxnSpPr>
        <p:spPr>
          <a:xfrm>
            <a:off x="4609068" y="2394072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>
            <a:stCxn id="23" idx="4"/>
            <a:endCxn id="94" idx="0"/>
          </p:cNvCxnSpPr>
          <p:nvPr/>
        </p:nvCxnSpPr>
        <p:spPr>
          <a:xfrm flipH="1">
            <a:off x="4591954" y="2754072"/>
            <a:ext cx="17114" cy="95272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向下箭號 59"/>
          <p:cNvSpPr/>
          <p:nvPr/>
        </p:nvSpPr>
        <p:spPr>
          <a:xfrm>
            <a:off x="4529568" y="2886396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橢圓 60"/>
          <p:cNvSpPr/>
          <p:nvPr/>
        </p:nvSpPr>
        <p:spPr>
          <a:xfrm>
            <a:off x="1151600" y="4869200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TW" b="1" dirty="0">
                <a:solidFill>
                  <a:schemeClr val="tx1"/>
                </a:solidFill>
              </a:rPr>
              <a:t>40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62" name="直線接點 61"/>
          <p:cNvCxnSpPr>
            <a:stCxn id="61" idx="0"/>
            <a:endCxn id="61" idx="4"/>
          </p:cNvCxnSpPr>
          <p:nvPr/>
        </p:nvCxnSpPr>
        <p:spPr>
          <a:xfrm>
            <a:off x="1583648" y="4869200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/>
          <p:cNvCxnSpPr/>
          <p:nvPr/>
        </p:nvCxnSpPr>
        <p:spPr>
          <a:xfrm>
            <a:off x="2627784" y="4872820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橢圓 77"/>
          <p:cNvSpPr/>
          <p:nvPr/>
        </p:nvSpPr>
        <p:spPr>
          <a:xfrm>
            <a:off x="1151043" y="3707685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TW" b="1" dirty="0">
                <a:solidFill>
                  <a:schemeClr val="tx1"/>
                </a:solidFill>
              </a:rPr>
              <a:t>30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79" name="直線接點 78"/>
          <p:cNvCxnSpPr>
            <a:stCxn id="78" idx="0"/>
            <a:endCxn id="78" idx="4"/>
          </p:cNvCxnSpPr>
          <p:nvPr/>
        </p:nvCxnSpPr>
        <p:spPr>
          <a:xfrm>
            <a:off x="1583091" y="3707685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/>
          <p:nvPr/>
        </p:nvCxnSpPr>
        <p:spPr>
          <a:xfrm>
            <a:off x="6780581" y="2149612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>
            <a:off x="2497422" y="4868309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橢圓 86"/>
          <p:cNvSpPr/>
          <p:nvPr/>
        </p:nvSpPr>
        <p:spPr>
          <a:xfrm>
            <a:off x="3240429" y="4867418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TW" b="1" dirty="0">
                <a:solidFill>
                  <a:schemeClr val="tx1"/>
                </a:solidFill>
              </a:rPr>
              <a:t>50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88" name="直線接點 87"/>
          <p:cNvCxnSpPr>
            <a:stCxn id="94" idx="3"/>
            <a:endCxn id="87" idx="0"/>
          </p:cNvCxnSpPr>
          <p:nvPr/>
        </p:nvCxnSpPr>
        <p:spPr>
          <a:xfrm flipH="1">
            <a:off x="3672477" y="4014073"/>
            <a:ext cx="613973" cy="8533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接點 88"/>
          <p:cNvCxnSpPr>
            <a:stCxn id="94" idx="4"/>
            <a:endCxn id="91" idx="0"/>
          </p:cNvCxnSpPr>
          <p:nvPr/>
        </p:nvCxnSpPr>
        <p:spPr>
          <a:xfrm>
            <a:off x="4591954" y="4066794"/>
            <a:ext cx="557" cy="8015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接點 89"/>
          <p:cNvCxnSpPr>
            <a:stCxn id="87" idx="0"/>
            <a:endCxn id="87" idx="4"/>
          </p:cNvCxnSpPr>
          <p:nvPr/>
        </p:nvCxnSpPr>
        <p:spPr>
          <a:xfrm>
            <a:off x="3672477" y="4867418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橢圓 90"/>
          <p:cNvSpPr/>
          <p:nvPr/>
        </p:nvSpPr>
        <p:spPr>
          <a:xfrm>
            <a:off x="4160463" y="4868309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</a:rPr>
              <a:t>80  85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92" name="直線接點 91"/>
          <p:cNvCxnSpPr>
            <a:stCxn id="91" idx="0"/>
            <a:endCxn id="91" idx="4"/>
          </p:cNvCxnSpPr>
          <p:nvPr/>
        </p:nvCxnSpPr>
        <p:spPr>
          <a:xfrm>
            <a:off x="4592511" y="4868309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橢圓 93"/>
          <p:cNvSpPr/>
          <p:nvPr/>
        </p:nvSpPr>
        <p:spPr>
          <a:xfrm>
            <a:off x="4159906" y="3706794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TW" b="1" dirty="0">
                <a:solidFill>
                  <a:schemeClr val="tx1"/>
                </a:solidFill>
              </a:rPr>
              <a:t>70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95" name="直線接點 94"/>
          <p:cNvCxnSpPr>
            <a:stCxn id="94" idx="0"/>
            <a:endCxn id="94" idx="4"/>
          </p:cNvCxnSpPr>
          <p:nvPr/>
        </p:nvCxnSpPr>
        <p:spPr>
          <a:xfrm>
            <a:off x="4591954" y="3706794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/>
          <p:cNvSpPr txBox="1"/>
          <p:nvPr/>
        </p:nvSpPr>
        <p:spPr>
          <a:xfrm>
            <a:off x="1921552" y="2356294"/>
            <a:ext cx="9829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加入</a:t>
            </a:r>
            <a:r>
              <a:rPr lang="en-US" altLang="zh-TW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60</a:t>
            </a:r>
            <a:endParaRPr lang="zh-TW" altLang="en-US" sz="2000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97" name="向下箭號 96"/>
          <p:cNvSpPr/>
          <p:nvPr/>
        </p:nvSpPr>
        <p:spPr>
          <a:xfrm>
            <a:off x="3999654" y="4197142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/>
          <p:cNvSpPr txBox="1"/>
          <p:nvPr/>
        </p:nvSpPr>
        <p:spPr>
          <a:xfrm>
            <a:off x="3658426" y="486816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  <a:latin typeface="+mj-lt"/>
              </a:rPr>
              <a:t>60</a:t>
            </a:r>
            <a:endParaRPr lang="zh-TW" altLang="en-US" b="1" dirty="0">
              <a:solidFill>
                <a:srgbClr val="0000FF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40358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7" grpId="1" animBg="1"/>
      <p:bldP spid="38" grpId="0" animBg="1"/>
      <p:bldP spid="38" grpId="1" animBg="1"/>
      <p:bldP spid="39" grpId="0" animBg="1"/>
      <p:bldP spid="60" grpId="0" animBg="1"/>
      <p:bldP spid="15" grpId="0"/>
      <p:bldP spid="9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2-3 Tree</a:t>
            </a:r>
            <a:r>
              <a:rPr lang="zh-TW" altLang="en-US" dirty="0"/>
              <a:t> 的加入 </a:t>
            </a:r>
            <a:r>
              <a:rPr lang="en-US" altLang="zh-TW" dirty="0"/>
              <a:t>(2/6)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狀況二：已有兩筆資料，加入後將節點調整符合</a:t>
            </a:r>
            <a:r>
              <a:rPr lang="en-US" altLang="zh-TW" dirty="0"/>
              <a:t>2-3</a:t>
            </a:r>
            <a:r>
              <a:rPr lang="zh-TW" altLang="en-US" dirty="0"/>
              <a:t> </a:t>
            </a:r>
            <a:r>
              <a:rPr lang="en-US" altLang="zh-TW" dirty="0"/>
              <a:t>tree</a:t>
            </a:r>
            <a:r>
              <a:rPr lang="zh-TW" altLang="en-US" dirty="0"/>
              <a:t>的定義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2026/05/13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6</a:t>
            </a:fld>
            <a:endParaRPr lang="en-US" altLang="zh-TW" dirty="0"/>
          </a:p>
        </p:txBody>
      </p:sp>
      <p:sp>
        <p:nvSpPr>
          <p:cNvPr id="14" name="橢圓 13"/>
          <p:cNvSpPr/>
          <p:nvPr/>
        </p:nvSpPr>
        <p:spPr>
          <a:xfrm>
            <a:off x="231566" y="4868309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</a:rPr>
              <a:t>10</a:t>
            </a:r>
            <a:r>
              <a:rPr lang="zh-TW" altLang="en-US" b="1" dirty="0">
                <a:solidFill>
                  <a:schemeClr val="tx1"/>
                </a:solidFill>
              </a:rPr>
              <a:t> </a:t>
            </a:r>
            <a:r>
              <a:rPr lang="en-US" altLang="zh-TW" b="1" dirty="0">
                <a:solidFill>
                  <a:schemeClr val="tx1"/>
                </a:solidFill>
              </a:rPr>
              <a:t> 20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18" name="直線接點 17"/>
          <p:cNvCxnSpPr>
            <a:stCxn id="78" idx="3"/>
            <a:endCxn id="14" idx="0"/>
          </p:cNvCxnSpPr>
          <p:nvPr/>
        </p:nvCxnSpPr>
        <p:spPr>
          <a:xfrm flipH="1">
            <a:off x="663614" y="4014964"/>
            <a:ext cx="613973" cy="8533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78" idx="4"/>
            <a:endCxn id="61" idx="0"/>
          </p:cNvCxnSpPr>
          <p:nvPr/>
        </p:nvCxnSpPr>
        <p:spPr>
          <a:xfrm>
            <a:off x="1583091" y="4067685"/>
            <a:ext cx="557" cy="8015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橢圓 22"/>
          <p:cNvSpPr/>
          <p:nvPr/>
        </p:nvSpPr>
        <p:spPr>
          <a:xfrm>
            <a:off x="4177020" y="2394072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TW" b="1" dirty="0">
                <a:solidFill>
                  <a:schemeClr val="tx1"/>
                </a:solidFill>
              </a:rPr>
              <a:t>45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31" name="直線接點 30"/>
          <p:cNvCxnSpPr>
            <a:stCxn id="23" idx="3"/>
            <a:endCxn id="78" idx="0"/>
          </p:cNvCxnSpPr>
          <p:nvPr/>
        </p:nvCxnSpPr>
        <p:spPr>
          <a:xfrm flipH="1">
            <a:off x="1583091" y="2701351"/>
            <a:ext cx="2720473" cy="100633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向下箭號 36"/>
          <p:cNvSpPr/>
          <p:nvPr/>
        </p:nvSpPr>
        <p:spPr>
          <a:xfrm rot="10800000">
            <a:off x="4355956" y="2755525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向下箭號 37"/>
          <p:cNvSpPr/>
          <p:nvPr/>
        </p:nvSpPr>
        <p:spPr>
          <a:xfrm rot="10800000">
            <a:off x="4303564" y="4066794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向下箭號 38"/>
          <p:cNvSpPr/>
          <p:nvPr/>
        </p:nvSpPr>
        <p:spPr>
          <a:xfrm rot="10800000">
            <a:off x="5041116" y="5268715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1" name="直線接點 40"/>
          <p:cNvCxnSpPr>
            <a:stCxn id="14" idx="0"/>
            <a:endCxn id="14" idx="4"/>
          </p:cNvCxnSpPr>
          <p:nvPr/>
        </p:nvCxnSpPr>
        <p:spPr>
          <a:xfrm>
            <a:off x="663614" y="4868309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>
            <a:stCxn id="23" idx="0"/>
            <a:endCxn id="23" idx="4"/>
          </p:cNvCxnSpPr>
          <p:nvPr/>
        </p:nvCxnSpPr>
        <p:spPr>
          <a:xfrm>
            <a:off x="4609068" y="2394072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>
            <a:stCxn id="23" idx="4"/>
            <a:endCxn id="94" idx="0"/>
          </p:cNvCxnSpPr>
          <p:nvPr/>
        </p:nvCxnSpPr>
        <p:spPr>
          <a:xfrm flipH="1">
            <a:off x="4591954" y="2754072"/>
            <a:ext cx="17114" cy="95272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向下箭號 59"/>
          <p:cNvSpPr/>
          <p:nvPr/>
        </p:nvSpPr>
        <p:spPr>
          <a:xfrm>
            <a:off x="4529568" y="2886396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橢圓 60"/>
          <p:cNvSpPr/>
          <p:nvPr/>
        </p:nvSpPr>
        <p:spPr>
          <a:xfrm>
            <a:off x="1151600" y="4869200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TW" b="1" dirty="0">
                <a:solidFill>
                  <a:schemeClr val="tx1"/>
                </a:solidFill>
              </a:rPr>
              <a:t>40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62" name="直線接點 61"/>
          <p:cNvCxnSpPr>
            <a:stCxn id="61" idx="0"/>
            <a:endCxn id="61" idx="4"/>
          </p:cNvCxnSpPr>
          <p:nvPr/>
        </p:nvCxnSpPr>
        <p:spPr>
          <a:xfrm>
            <a:off x="1583648" y="4869200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/>
          <p:cNvCxnSpPr/>
          <p:nvPr/>
        </p:nvCxnSpPr>
        <p:spPr>
          <a:xfrm>
            <a:off x="2627784" y="4872820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橢圓 77"/>
          <p:cNvSpPr/>
          <p:nvPr/>
        </p:nvSpPr>
        <p:spPr>
          <a:xfrm>
            <a:off x="1151043" y="3707685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TW" b="1" dirty="0">
                <a:solidFill>
                  <a:schemeClr val="tx1"/>
                </a:solidFill>
              </a:rPr>
              <a:t>30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79" name="直線接點 78"/>
          <p:cNvCxnSpPr>
            <a:stCxn id="78" idx="0"/>
            <a:endCxn id="78" idx="4"/>
          </p:cNvCxnSpPr>
          <p:nvPr/>
        </p:nvCxnSpPr>
        <p:spPr>
          <a:xfrm>
            <a:off x="1583091" y="3707685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/>
          <p:nvPr/>
        </p:nvCxnSpPr>
        <p:spPr>
          <a:xfrm>
            <a:off x="6780581" y="2149612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>
            <a:off x="2497422" y="4868309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橢圓 86"/>
          <p:cNvSpPr/>
          <p:nvPr/>
        </p:nvSpPr>
        <p:spPr>
          <a:xfrm>
            <a:off x="3240429" y="4867418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</a:rPr>
              <a:t>50</a:t>
            </a:r>
            <a:r>
              <a:rPr lang="zh-TW" altLang="en-US" b="1" dirty="0">
                <a:solidFill>
                  <a:schemeClr val="tx1"/>
                </a:solidFill>
              </a:rPr>
              <a:t>  </a:t>
            </a:r>
            <a:r>
              <a:rPr lang="en-US" altLang="zh-TW" b="1" dirty="0">
                <a:solidFill>
                  <a:schemeClr val="tx1"/>
                </a:solidFill>
              </a:rPr>
              <a:t>60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88" name="直線接點 87"/>
          <p:cNvCxnSpPr>
            <a:stCxn id="94" idx="3"/>
            <a:endCxn id="87" idx="0"/>
          </p:cNvCxnSpPr>
          <p:nvPr/>
        </p:nvCxnSpPr>
        <p:spPr>
          <a:xfrm flipH="1">
            <a:off x="3672477" y="4014073"/>
            <a:ext cx="613973" cy="8533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接點 88"/>
          <p:cNvCxnSpPr>
            <a:stCxn id="94" idx="4"/>
            <a:endCxn id="91" idx="0"/>
          </p:cNvCxnSpPr>
          <p:nvPr/>
        </p:nvCxnSpPr>
        <p:spPr>
          <a:xfrm>
            <a:off x="4591954" y="4066794"/>
            <a:ext cx="557" cy="8015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接點 89"/>
          <p:cNvCxnSpPr>
            <a:stCxn id="87" idx="0"/>
            <a:endCxn id="87" idx="4"/>
          </p:cNvCxnSpPr>
          <p:nvPr/>
        </p:nvCxnSpPr>
        <p:spPr>
          <a:xfrm>
            <a:off x="3672477" y="4867418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群組 10"/>
          <p:cNvGrpSpPr/>
          <p:nvPr/>
        </p:nvGrpSpPr>
        <p:grpSpPr>
          <a:xfrm>
            <a:off x="4160463" y="4868309"/>
            <a:ext cx="864096" cy="360000"/>
            <a:chOff x="4160463" y="4868309"/>
            <a:chExt cx="864096" cy="360000"/>
          </a:xfrm>
        </p:grpSpPr>
        <p:sp>
          <p:nvSpPr>
            <p:cNvPr id="91" name="橢圓 90"/>
            <p:cNvSpPr/>
            <p:nvPr/>
          </p:nvSpPr>
          <p:spPr>
            <a:xfrm>
              <a:off x="4160463" y="4868309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b="1" dirty="0">
                  <a:solidFill>
                    <a:schemeClr val="tx1"/>
                  </a:solidFill>
                </a:rPr>
                <a:t>80  85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92" name="直線接點 91"/>
            <p:cNvCxnSpPr>
              <a:stCxn id="91" idx="0"/>
              <a:endCxn id="91" idx="4"/>
            </p:cNvCxnSpPr>
            <p:nvPr/>
          </p:nvCxnSpPr>
          <p:spPr>
            <a:xfrm>
              <a:off x="4592511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" name="橢圓 93"/>
          <p:cNvSpPr/>
          <p:nvPr/>
        </p:nvSpPr>
        <p:spPr>
          <a:xfrm>
            <a:off x="4159906" y="3706794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TW" b="1" dirty="0">
                <a:solidFill>
                  <a:schemeClr val="tx1"/>
                </a:solidFill>
              </a:rPr>
              <a:t>70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95" name="直線接點 94"/>
          <p:cNvCxnSpPr>
            <a:stCxn id="94" idx="0"/>
            <a:endCxn id="94" idx="4"/>
          </p:cNvCxnSpPr>
          <p:nvPr/>
        </p:nvCxnSpPr>
        <p:spPr>
          <a:xfrm>
            <a:off x="4591954" y="3706794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/>
          <p:cNvSpPr txBox="1"/>
          <p:nvPr/>
        </p:nvSpPr>
        <p:spPr>
          <a:xfrm>
            <a:off x="1921552" y="2356294"/>
            <a:ext cx="9829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加入</a:t>
            </a:r>
            <a:r>
              <a:rPr lang="en-US" altLang="zh-TW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90</a:t>
            </a:r>
            <a:endParaRPr lang="zh-TW" altLang="en-US" sz="2000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97" name="向下箭號 96"/>
          <p:cNvSpPr/>
          <p:nvPr/>
        </p:nvSpPr>
        <p:spPr>
          <a:xfrm>
            <a:off x="4503745" y="4203046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8" name="群組 7"/>
          <p:cNvGrpSpPr/>
          <p:nvPr/>
        </p:nvGrpSpPr>
        <p:grpSpPr>
          <a:xfrm>
            <a:off x="7284057" y="4867418"/>
            <a:ext cx="1296144" cy="367733"/>
            <a:chOff x="6228184" y="4869160"/>
            <a:chExt cx="1296144" cy="367733"/>
          </a:xfrm>
        </p:grpSpPr>
        <p:sp>
          <p:nvSpPr>
            <p:cNvPr id="36" name="橢圓 35"/>
            <p:cNvSpPr/>
            <p:nvPr/>
          </p:nvSpPr>
          <p:spPr>
            <a:xfrm>
              <a:off x="6228184" y="4876893"/>
              <a:ext cx="1296144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b="1" dirty="0">
                  <a:solidFill>
                    <a:schemeClr val="tx1"/>
                  </a:solidFill>
                </a:rPr>
                <a:t>80</a:t>
              </a:r>
              <a:r>
                <a:rPr lang="zh-TW" altLang="en-US" b="1" dirty="0">
                  <a:solidFill>
                    <a:schemeClr val="tx1"/>
                  </a:solidFill>
                </a:rPr>
                <a:t>  </a:t>
              </a:r>
              <a:r>
                <a:rPr lang="en-US" altLang="zh-TW" b="1" dirty="0">
                  <a:solidFill>
                    <a:schemeClr val="tx1"/>
                  </a:solidFill>
                </a:rPr>
                <a:t>85  90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40" name="直線接點 39"/>
            <p:cNvCxnSpPr/>
            <p:nvPr/>
          </p:nvCxnSpPr>
          <p:spPr>
            <a:xfrm>
              <a:off x="6697300" y="487689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接點 42"/>
            <p:cNvCxnSpPr/>
            <p:nvPr/>
          </p:nvCxnSpPr>
          <p:spPr>
            <a:xfrm>
              <a:off x="7044984" y="486916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群組 9"/>
          <p:cNvGrpSpPr/>
          <p:nvPr/>
        </p:nvGrpSpPr>
        <p:grpSpPr>
          <a:xfrm>
            <a:off x="7745931" y="4691346"/>
            <a:ext cx="360040" cy="542218"/>
            <a:chOff x="6690058" y="4693088"/>
            <a:chExt cx="360040" cy="542218"/>
          </a:xfrm>
        </p:grpSpPr>
        <p:sp>
          <p:nvSpPr>
            <p:cNvPr id="9" name="橢圓 8"/>
            <p:cNvSpPr/>
            <p:nvPr/>
          </p:nvSpPr>
          <p:spPr>
            <a:xfrm>
              <a:off x="6690058" y="4875306"/>
              <a:ext cx="360040" cy="36000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5" name="向下箭號 44"/>
            <p:cNvSpPr/>
            <p:nvPr/>
          </p:nvSpPr>
          <p:spPr>
            <a:xfrm rot="10800000">
              <a:off x="6787435" y="4693088"/>
              <a:ext cx="172528" cy="176040"/>
            </a:xfrm>
            <a:prstGeom prst="downArrow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46" name="群組 45"/>
          <p:cNvGrpSpPr/>
          <p:nvPr/>
        </p:nvGrpSpPr>
        <p:grpSpPr>
          <a:xfrm>
            <a:off x="4160293" y="4865089"/>
            <a:ext cx="864096" cy="360000"/>
            <a:chOff x="4160463" y="4868309"/>
            <a:chExt cx="864096" cy="360000"/>
          </a:xfrm>
        </p:grpSpPr>
        <p:sp>
          <p:nvSpPr>
            <p:cNvPr id="47" name="橢圓 46"/>
            <p:cNvSpPr/>
            <p:nvPr/>
          </p:nvSpPr>
          <p:spPr>
            <a:xfrm>
              <a:off x="4160463" y="4868309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80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48" name="直線接點 47"/>
            <p:cNvCxnSpPr>
              <a:stCxn id="47" idx="0"/>
              <a:endCxn id="47" idx="4"/>
            </p:cNvCxnSpPr>
            <p:nvPr/>
          </p:nvCxnSpPr>
          <p:spPr>
            <a:xfrm>
              <a:off x="4592511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群組 48"/>
          <p:cNvGrpSpPr/>
          <p:nvPr/>
        </p:nvGrpSpPr>
        <p:grpSpPr>
          <a:xfrm>
            <a:off x="5080496" y="4872820"/>
            <a:ext cx="864096" cy="360000"/>
            <a:chOff x="4160463" y="4868309"/>
            <a:chExt cx="864096" cy="360000"/>
          </a:xfrm>
        </p:grpSpPr>
        <p:sp>
          <p:nvSpPr>
            <p:cNvPr id="50" name="橢圓 49"/>
            <p:cNvSpPr/>
            <p:nvPr/>
          </p:nvSpPr>
          <p:spPr>
            <a:xfrm>
              <a:off x="4160463" y="4868309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90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51" name="直線接點 50"/>
            <p:cNvCxnSpPr>
              <a:stCxn id="50" idx="0"/>
              <a:endCxn id="50" idx="4"/>
            </p:cNvCxnSpPr>
            <p:nvPr/>
          </p:nvCxnSpPr>
          <p:spPr>
            <a:xfrm>
              <a:off x="4592511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文字方塊 11"/>
          <p:cNvSpPr txBox="1"/>
          <p:nvPr/>
        </p:nvSpPr>
        <p:spPr>
          <a:xfrm>
            <a:off x="4566562" y="370314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C00000"/>
                </a:solidFill>
                <a:latin typeface="+mj-lt"/>
              </a:rPr>
              <a:t>85</a:t>
            </a:r>
            <a:endParaRPr lang="zh-TW" altLang="en-US" sz="1600" b="1" dirty="0">
              <a:solidFill>
                <a:srgbClr val="C00000"/>
              </a:solidFill>
              <a:latin typeface="+mj-lt"/>
            </a:endParaRPr>
          </a:p>
        </p:txBody>
      </p:sp>
      <p:cxnSp>
        <p:nvCxnSpPr>
          <p:cNvPr id="52" name="直線接點 51"/>
          <p:cNvCxnSpPr>
            <a:stCxn id="94" idx="5"/>
            <a:endCxn id="50" idx="0"/>
          </p:cNvCxnSpPr>
          <p:nvPr/>
        </p:nvCxnSpPr>
        <p:spPr>
          <a:xfrm>
            <a:off x="4897458" y="4014073"/>
            <a:ext cx="615086" cy="85874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497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5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60" grpId="0" animBg="1"/>
      <p:bldP spid="15" grpId="0"/>
      <p:bldP spid="97" grpId="0" animBg="1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2-3 Tree</a:t>
            </a:r>
            <a:r>
              <a:rPr lang="zh-TW" altLang="en-US" dirty="0"/>
              <a:t> 的加入 </a:t>
            </a:r>
            <a:r>
              <a:rPr lang="en-US" altLang="zh-TW" dirty="0"/>
              <a:t>(3/6)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狀況二：已有兩筆資料，加入後將節點調整符合</a:t>
            </a:r>
            <a:r>
              <a:rPr lang="en-US" altLang="zh-TW" dirty="0"/>
              <a:t>2-3</a:t>
            </a:r>
            <a:r>
              <a:rPr lang="zh-TW" altLang="en-US" dirty="0"/>
              <a:t> </a:t>
            </a:r>
            <a:r>
              <a:rPr lang="en-US" altLang="zh-TW" dirty="0"/>
              <a:t>tree</a:t>
            </a:r>
            <a:r>
              <a:rPr lang="zh-TW" altLang="en-US" dirty="0"/>
              <a:t>的定義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2026/05/13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7</a:t>
            </a:fld>
            <a:endParaRPr lang="en-US" altLang="zh-TW" dirty="0"/>
          </a:p>
        </p:txBody>
      </p:sp>
      <p:sp>
        <p:nvSpPr>
          <p:cNvPr id="14" name="橢圓 13"/>
          <p:cNvSpPr/>
          <p:nvPr/>
        </p:nvSpPr>
        <p:spPr>
          <a:xfrm>
            <a:off x="231566" y="4868309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</a:rPr>
              <a:t>10</a:t>
            </a:r>
            <a:r>
              <a:rPr lang="zh-TW" altLang="en-US" b="1" dirty="0">
                <a:solidFill>
                  <a:schemeClr val="tx1"/>
                </a:solidFill>
              </a:rPr>
              <a:t> </a:t>
            </a:r>
            <a:r>
              <a:rPr lang="en-US" altLang="zh-TW" b="1" dirty="0">
                <a:solidFill>
                  <a:schemeClr val="tx1"/>
                </a:solidFill>
              </a:rPr>
              <a:t> 20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18" name="直線接點 17"/>
          <p:cNvCxnSpPr>
            <a:stCxn id="78" idx="3"/>
            <a:endCxn id="14" idx="0"/>
          </p:cNvCxnSpPr>
          <p:nvPr/>
        </p:nvCxnSpPr>
        <p:spPr>
          <a:xfrm flipH="1">
            <a:off x="663614" y="4014964"/>
            <a:ext cx="613973" cy="8533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78" idx="4"/>
            <a:endCxn id="61" idx="0"/>
          </p:cNvCxnSpPr>
          <p:nvPr/>
        </p:nvCxnSpPr>
        <p:spPr>
          <a:xfrm>
            <a:off x="1583091" y="4067685"/>
            <a:ext cx="557" cy="8015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橢圓 22"/>
          <p:cNvSpPr/>
          <p:nvPr/>
        </p:nvSpPr>
        <p:spPr>
          <a:xfrm>
            <a:off x="4177020" y="2394072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TW" b="1" dirty="0">
                <a:solidFill>
                  <a:schemeClr val="tx1"/>
                </a:solidFill>
              </a:rPr>
              <a:t>45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31" name="直線接點 30"/>
          <p:cNvCxnSpPr>
            <a:stCxn id="23" idx="3"/>
            <a:endCxn id="78" idx="0"/>
          </p:cNvCxnSpPr>
          <p:nvPr/>
        </p:nvCxnSpPr>
        <p:spPr>
          <a:xfrm flipH="1">
            <a:off x="1583091" y="2701351"/>
            <a:ext cx="2720473" cy="100633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向下箭號 36"/>
          <p:cNvSpPr/>
          <p:nvPr/>
        </p:nvSpPr>
        <p:spPr>
          <a:xfrm rot="10800000">
            <a:off x="4355956" y="2755525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向下箭號 37"/>
          <p:cNvSpPr/>
          <p:nvPr/>
        </p:nvSpPr>
        <p:spPr>
          <a:xfrm rot="10800000">
            <a:off x="4303564" y="4066794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向下箭號 38"/>
          <p:cNvSpPr/>
          <p:nvPr/>
        </p:nvSpPr>
        <p:spPr>
          <a:xfrm rot="10800000">
            <a:off x="3582423" y="5268715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1" name="直線接點 40"/>
          <p:cNvCxnSpPr>
            <a:stCxn id="14" idx="0"/>
            <a:endCxn id="14" idx="4"/>
          </p:cNvCxnSpPr>
          <p:nvPr/>
        </p:nvCxnSpPr>
        <p:spPr>
          <a:xfrm>
            <a:off x="663614" y="4868309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>
            <a:stCxn id="23" idx="0"/>
            <a:endCxn id="23" idx="4"/>
          </p:cNvCxnSpPr>
          <p:nvPr/>
        </p:nvCxnSpPr>
        <p:spPr>
          <a:xfrm>
            <a:off x="4609068" y="2394072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>
            <a:stCxn id="23" idx="4"/>
            <a:endCxn id="94" idx="0"/>
          </p:cNvCxnSpPr>
          <p:nvPr/>
        </p:nvCxnSpPr>
        <p:spPr>
          <a:xfrm flipH="1">
            <a:off x="4591954" y="2754072"/>
            <a:ext cx="17114" cy="95272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向下箭號 59"/>
          <p:cNvSpPr/>
          <p:nvPr/>
        </p:nvSpPr>
        <p:spPr>
          <a:xfrm>
            <a:off x="4529568" y="2886396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橢圓 60"/>
          <p:cNvSpPr/>
          <p:nvPr/>
        </p:nvSpPr>
        <p:spPr>
          <a:xfrm>
            <a:off x="1151600" y="4869200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TW" b="1" dirty="0">
                <a:solidFill>
                  <a:schemeClr val="tx1"/>
                </a:solidFill>
              </a:rPr>
              <a:t>40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62" name="直線接點 61"/>
          <p:cNvCxnSpPr>
            <a:stCxn id="61" idx="0"/>
            <a:endCxn id="61" idx="4"/>
          </p:cNvCxnSpPr>
          <p:nvPr/>
        </p:nvCxnSpPr>
        <p:spPr>
          <a:xfrm>
            <a:off x="1583648" y="4869200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/>
          <p:cNvCxnSpPr/>
          <p:nvPr/>
        </p:nvCxnSpPr>
        <p:spPr>
          <a:xfrm>
            <a:off x="2627784" y="4872820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橢圓 77"/>
          <p:cNvSpPr/>
          <p:nvPr/>
        </p:nvSpPr>
        <p:spPr>
          <a:xfrm>
            <a:off x="1151043" y="3707685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TW" b="1" dirty="0">
                <a:solidFill>
                  <a:schemeClr val="tx1"/>
                </a:solidFill>
              </a:rPr>
              <a:t>30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79" name="直線接點 78"/>
          <p:cNvCxnSpPr>
            <a:stCxn id="78" idx="0"/>
            <a:endCxn id="78" idx="4"/>
          </p:cNvCxnSpPr>
          <p:nvPr/>
        </p:nvCxnSpPr>
        <p:spPr>
          <a:xfrm>
            <a:off x="1583091" y="3707685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/>
          <p:nvPr/>
        </p:nvCxnSpPr>
        <p:spPr>
          <a:xfrm>
            <a:off x="6780581" y="2149612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>
            <a:off x="2497422" y="4868309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橢圓 86"/>
          <p:cNvSpPr/>
          <p:nvPr/>
        </p:nvSpPr>
        <p:spPr>
          <a:xfrm>
            <a:off x="3240429" y="4867418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</a:rPr>
              <a:t>50</a:t>
            </a:r>
            <a:r>
              <a:rPr lang="zh-TW" altLang="en-US" b="1" dirty="0">
                <a:solidFill>
                  <a:schemeClr val="tx1"/>
                </a:solidFill>
              </a:rPr>
              <a:t>  </a:t>
            </a:r>
            <a:r>
              <a:rPr lang="en-US" altLang="zh-TW" b="1" dirty="0">
                <a:solidFill>
                  <a:schemeClr val="tx1"/>
                </a:solidFill>
              </a:rPr>
              <a:t>60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88" name="直線接點 87"/>
          <p:cNvCxnSpPr>
            <a:stCxn id="94" idx="3"/>
            <a:endCxn id="87" idx="0"/>
          </p:cNvCxnSpPr>
          <p:nvPr/>
        </p:nvCxnSpPr>
        <p:spPr>
          <a:xfrm flipH="1">
            <a:off x="3672477" y="4014073"/>
            <a:ext cx="613973" cy="8533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接點 88"/>
          <p:cNvCxnSpPr>
            <a:stCxn id="94" idx="4"/>
            <a:endCxn id="91" idx="0"/>
          </p:cNvCxnSpPr>
          <p:nvPr/>
        </p:nvCxnSpPr>
        <p:spPr>
          <a:xfrm>
            <a:off x="4591954" y="4066794"/>
            <a:ext cx="557" cy="8015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接點 89"/>
          <p:cNvCxnSpPr>
            <a:stCxn id="87" idx="0"/>
            <a:endCxn id="87" idx="4"/>
          </p:cNvCxnSpPr>
          <p:nvPr/>
        </p:nvCxnSpPr>
        <p:spPr>
          <a:xfrm>
            <a:off x="3672477" y="4867418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橢圓 93"/>
          <p:cNvSpPr/>
          <p:nvPr/>
        </p:nvSpPr>
        <p:spPr>
          <a:xfrm>
            <a:off x="4159906" y="3706794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</a:rPr>
              <a:t>70  85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95" name="直線接點 94"/>
          <p:cNvCxnSpPr>
            <a:stCxn id="94" idx="0"/>
            <a:endCxn id="94" idx="4"/>
          </p:cNvCxnSpPr>
          <p:nvPr/>
        </p:nvCxnSpPr>
        <p:spPr>
          <a:xfrm>
            <a:off x="4591954" y="3706794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/>
          <p:cNvSpPr txBox="1"/>
          <p:nvPr/>
        </p:nvSpPr>
        <p:spPr>
          <a:xfrm>
            <a:off x="1921552" y="2356294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加入</a:t>
            </a:r>
            <a:r>
              <a:rPr lang="en-US" altLang="zh-TW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55</a:t>
            </a:r>
            <a:endParaRPr lang="zh-TW" altLang="en-US" sz="2000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97" name="向下箭號 96"/>
          <p:cNvSpPr/>
          <p:nvPr/>
        </p:nvSpPr>
        <p:spPr>
          <a:xfrm>
            <a:off x="4012342" y="4203046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8" name="群組 7"/>
          <p:cNvGrpSpPr/>
          <p:nvPr/>
        </p:nvGrpSpPr>
        <p:grpSpPr>
          <a:xfrm>
            <a:off x="2144529" y="4344915"/>
            <a:ext cx="1296144" cy="367733"/>
            <a:chOff x="6228184" y="4869160"/>
            <a:chExt cx="1296144" cy="367733"/>
          </a:xfrm>
        </p:grpSpPr>
        <p:sp>
          <p:nvSpPr>
            <p:cNvPr id="36" name="橢圓 35"/>
            <p:cNvSpPr/>
            <p:nvPr/>
          </p:nvSpPr>
          <p:spPr>
            <a:xfrm>
              <a:off x="6228184" y="4876893"/>
              <a:ext cx="1296144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b="1" dirty="0">
                  <a:solidFill>
                    <a:schemeClr val="tx1"/>
                  </a:solidFill>
                </a:rPr>
                <a:t>50</a:t>
              </a:r>
              <a:r>
                <a:rPr lang="zh-TW" altLang="en-US" b="1" dirty="0">
                  <a:solidFill>
                    <a:schemeClr val="tx1"/>
                  </a:solidFill>
                </a:rPr>
                <a:t>  </a:t>
              </a:r>
              <a:r>
                <a:rPr lang="en-US" altLang="zh-TW" b="1" dirty="0">
                  <a:solidFill>
                    <a:schemeClr val="tx1"/>
                  </a:solidFill>
                </a:rPr>
                <a:t>55  60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40" name="直線接點 39"/>
            <p:cNvCxnSpPr/>
            <p:nvPr/>
          </p:nvCxnSpPr>
          <p:spPr>
            <a:xfrm>
              <a:off x="6697300" y="487689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接點 42"/>
            <p:cNvCxnSpPr/>
            <p:nvPr/>
          </p:nvCxnSpPr>
          <p:spPr>
            <a:xfrm>
              <a:off x="7044984" y="486916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群組 9"/>
          <p:cNvGrpSpPr/>
          <p:nvPr/>
        </p:nvGrpSpPr>
        <p:grpSpPr>
          <a:xfrm>
            <a:off x="2606403" y="4168843"/>
            <a:ext cx="360040" cy="542218"/>
            <a:chOff x="6690058" y="4693088"/>
            <a:chExt cx="360040" cy="542218"/>
          </a:xfrm>
        </p:grpSpPr>
        <p:sp>
          <p:nvSpPr>
            <p:cNvPr id="9" name="橢圓 8"/>
            <p:cNvSpPr/>
            <p:nvPr/>
          </p:nvSpPr>
          <p:spPr>
            <a:xfrm>
              <a:off x="6690058" y="4875306"/>
              <a:ext cx="360040" cy="36000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5" name="向下箭號 44"/>
            <p:cNvSpPr/>
            <p:nvPr/>
          </p:nvSpPr>
          <p:spPr>
            <a:xfrm rot="10800000">
              <a:off x="6787435" y="4693088"/>
              <a:ext cx="172528" cy="176040"/>
            </a:xfrm>
            <a:prstGeom prst="downArrow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46" name="群組 45"/>
          <p:cNvGrpSpPr/>
          <p:nvPr/>
        </p:nvGrpSpPr>
        <p:grpSpPr>
          <a:xfrm>
            <a:off x="4160293" y="4869160"/>
            <a:ext cx="864096" cy="360000"/>
            <a:chOff x="4160463" y="4868309"/>
            <a:chExt cx="864096" cy="360000"/>
          </a:xfrm>
        </p:grpSpPr>
        <p:sp>
          <p:nvSpPr>
            <p:cNvPr id="47" name="橢圓 46"/>
            <p:cNvSpPr/>
            <p:nvPr/>
          </p:nvSpPr>
          <p:spPr>
            <a:xfrm>
              <a:off x="4160463" y="4868309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80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48" name="直線接點 47"/>
            <p:cNvCxnSpPr>
              <a:stCxn id="47" idx="0"/>
              <a:endCxn id="47" idx="4"/>
            </p:cNvCxnSpPr>
            <p:nvPr/>
          </p:nvCxnSpPr>
          <p:spPr>
            <a:xfrm>
              <a:off x="4592511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群組 48"/>
          <p:cNvGrpSpPr/>
          <p:nvPr/>
        </p:nvGrpSpPr>
        <p:grpSpPr>
          <a:xfrm>
            <a:off x="5080496" y="4872820"/>
            <a:ext cx="864096" cy="360000"/>
            <a:chOff x="4160463" y="4868309"/>
            <a:chExt cx="864096" cy="360000"/>
          </a:xfrm>
        </p:grpSpPr>
        <p:sp>
          <p:nvSpPr>
            <p:cNvPr id="50" name="橢圓 49"/>
            <p:cNvSpPr/>
            <p:nvPr/>
          </p:nvSpPr>
          <p:spPr>
            <a:xfrm>
              <a:off x="4160463" y="4868309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90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51" name="直線接點 50"/>
            <p:cNvCxnSpPr>
              <a:stCxn id="50" idx="0"/>
              <a:endCxn id="50" idx="4"/>
            </p:cNvCxnSpPr>
            <p:nvPr/>
          </p:nvCxnSpPr>
          <p:spPr>
            <a:xfrm>
              <a:off x="4592511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2" name="直線接點 51"/>
          <p:cNvCxnSpPr>
            <a:stCxn id="94" idx="5"/>
            <a:endCxn id="50" idx="0"/>
          </p:cNvCxnSpPr>
          <p:nvPr/>
        </p:nvCxnSpPr>
        <p:spPr>
          <a:xfrm>
            <a:off x="4897458" y="4014073"/>
            <a:ext cx="615086" cy="85874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字方塊 52"/>
          <p:cNvSpPr txBox="1"/>
          <p:nvPr/>
        </p:nvSpPr>
        <p:spPr>
          <a:xfrm>
            <a:off x="3779912" y="370212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C00000"/>
                </a:solidFill>
                <a:latin typeface="+mj-lt"/>
              </a:rPr>
              <a:t>55</a:t>
            </a:r>
            <a:endParaRPr lang="zh-TW" altLang="en-US" sz="1600" b="1" dirty="0">
              <a:solidFill>
                <a:srgbClr val="C00000"/>
              </a:solidFill>
              <a:latin typeface="+mj-lt"/>
            </a:endParaRPr>
          </a:p>
        </p:txBody>
      </p:sp>
      <p:grpSp>
        <p:nvGrpSpPr>
          <p:cNvPr id="54" name="群組 53"/>
          <p:cNvGrpSpPr/>
          <p:nvPr/>
        </p:nvGrpSpPr>
        <p:grpSpPr>
          <a:xfrm>
            <a:off x="5010073" y="3230689"/>
            <a:ext cx="1296144" cy="367733"/>
            <a:chOff x="6228184" y="4869160"/>
            <a:chExt cx="1296144" cy="367733"/>
          </a:xfrm>
        </p:grpSpPr>
        <p:sp>
          <p:nvSpPr>
            <p:cNvPr id="55" name="橢圓 54"/>
            <p:cNvSpPr/>
            <p:nvPr/>
          </p:nvSpPr>
          <p:spPr>
            <a:xfrm>
              <a:off x="6228184" y="4876893"/>
              <a:ext cx="1296144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b="1" dirty="0">
                  <a:solidFill>
                    <a:schemeClr val="tx1"/>
                  </a:solidFill>
                </a:rPr>
                <a:t>55</a:t>
              </a:r>
              <a:r>
                <a:rPr lang="zh-TW" altLang="en-US" b="1" dirty="0">
                  <a:solidFill>
                    <a:schemeClr val="tx1"/>
                  </a:solidFill>
                </a:rPr>
                <a:t>  </a:t>
              </a:r>
              <a:r>
                <a:rPr lang="en-US" altLang="zh-TW" b="1" dirty="0">
                  <a:solidFill>
                    <a:schemeClr val="tx1"/>
                  </a:solidFill>
                </a:rPr>
                <a:t>70  85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56" name="直線接點 55"/>
            <p:cNvCxnSpPr/>
            <p:nvPr/>
          </p:nvCxnSpPr>
          <p:spPr>
            <a:xfrm>
              <a:off x="6697300" y="487689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線接點 57"/>
            <p:cNvCxnSpPr/>
            <p:nvPr/>
          </p:nvCxnSpPr>
          <p:spPr>
            <a:xfrm>
              <a:off x="7044984" y="486916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群組 58"/>
          <p:cNvGrpSpPr/>
          <p:nvPr/>
        </p:nvGrpSpPr>
        <p:grpSpPr>
          <a:xfrm>
            <a:off x="5471947" y="3054617"/>
            <a:ext cx="360040" cy="542218"/>
            <a:chOff x="6690058" y="4693088"/>
            <a:chExt cx="360040" cy="542218"/>
          </a:xfrm>
        </p:grpSpPr>
        <p:sp>
          <p:nvSpPr>
            <p:cNvPr id="63" name="橢圓 62"/>
            <p:cNvSpPr/>
            <p:nvPr/>
          </p:nvSpPr>
          <p:spPr>
            <a:xfrm>
              <a:off x="6690058" y="4875306"/>
              <a:ext cx="360040" cy="36000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4" name="向下箭號 63"/>
            <p:cNvSpPr/>
            <p:nvPr/>
          </p:nvSpPr>
          <p:spPr>
            <a:xfrm rot="10800000">
              <a:off x="6787435" y="4693088"/>
              <a:ext cx="172528" cy="176040"/>
            </a:xfrm>
            <a:prstGeom prst="downArrow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65" name="文字方塊 64"/>
          <p:cNvSpPr txBox="1"/>
          <p:nvPr/>
        </p:nvSpPr>
        <p:spPr>
          <a:xfrm>
            <a:off x="4580876" y="238940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C00000"/>
                </a:solidFill>
                <a:latin typeface="+mj-lt"/>
              </a:rPr>
              <a:t>70</a:t>
            </a:r>
            <a:endParaRPr lang="zh-TW" altLang="en-US" sz="1600" b="1" dirty="0">
              <a:solidFill>
                <a:srgbClr val="C00000"/>
              </a:solidFill>
              <a:latin typeface="+mj-lt"/>
            </a:endParaRPr>
          </a:p>
        </p:txBody>
      </p:sp>
      <p:grpSp>
        <p:nvGrpSpPr>
          <p:cNvPr id="68" name="群組 67"/>
          <p:cNvGrpSpPr/>
          <p:nvPr/>
        </p:nvGrpSpPr>
        <p:grpSpPr>
          <a:xfrm>
            <a:off x="4159349" y="3707657"/>
            <a:ext cx="864096" cy="360000"/>
            <a:chOff x="4160463" y="4868309"/>
            <a:chExt cx="864096" cy="360000"/>
          </a:xfrm>
        </p:grpSpPr>
        <p:sp>
          <p:nvSpPr>
            <p:cNvPr id="69" name="橢圓 68"/>
            <p:cNvSpPr/>
            <p:nvPr/>
          </p:nvSpPr>
          <p:spPr>
            <a:xfrm>
              <a:off x="4160463" y="4868309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55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70" name="直線接點 69"/>
            <p:cNvCxnSpPr>
              <a:stCxn id="69" idx="0"/>
              <a:endCxn id="69" idx="4"/>
            </p:cNvCxnSpPr>
            <p:nvPr/>
          </p:nvCxnSpPr>
          <p:spPr>
            <a:xfrm>
              <a:off x="4592511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群組 70"/>
          <p:cNvGrpSpPr/>
          <p:nvPr/>
        </p:nvGrpSpPr>
        <p:grpSpPr>
          <a:xfrm>
            <a:off x="7272456" y="3699300"/>
            <a:ext cx="864096" cy="360000"/>
            <a:chOff x="4160463" y="4868309"/>
            <a:chExt cx="864096" cy="360000"/>
          </a:xfrm>
        </p:grpSpPr>
        <p:sp>
          <p:nvSpPr>
            <p:cNvPr id="72" name="橢圓 71"/>
            <p:cNvSpPr/>
            <p:nvPr/>
          </p:nvSpPr>
          <p:spPr>
            <a:xfrm>
              <a:off x="4160463" y="4868309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85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73" name="直線接點 72"/>
            <p:cNvCxnSpPr>
              <a:stCxn id="72" idx="0"/>
              <a:endCxn id="72" idx="4"/>
            </p:cNvCxnSpPr>
            <p:nvPr/>
          </p:nvCxnSpPr>
          <p:spPr>
            <a:xfrm>
              <a:off x="4592511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群組 73"/>
          <p:cNvGrpSpPr/>
          <p:nvPr/>
        </p:nvGrpSpPr>
        <p:grpSpPr>
          <a:xfrm>
            <a:off x="3237911" y="4875151"/>
            <a:ext cx="864096" cy="360000"/>
            <a:chOff x="4160463" y="4868309"/>
            <a:chExt cx="864096" cy="360000"/>
          </a:xfrm>
        </p:grpSpPr>
        <p:sp>
          <p:nvSpPr>
            <p:cNvPr id="75" name="橢圓 74"/>
            <p:cNvSpPr/>
            <p:nvPr/>
          </p:nvSpPr>
          <p:spPr>
            <a:xfrm>
              <a:off x="4160463" y="4868309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50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76" name="直線接點 75"/>
            <p:cNvCxnSpPr>
              <a:stCxn id="75" idx="0"/>
              <a:endCxn id="75" idx="4"/>
            </p:cNvCxnSpPr>
            <p:nvPr/>
          </p:nvCxnSpPr>
          <p:spPr>
            <a:xfrm>
              <a:off x="4592511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群組 76"/>
          <p:cNvGrpSpPr/>
          <p:nvPr/>
        </p:nvGrpSpPr>
        <p:grpSpPr>
          <a:xfrm>
            <a:off x="4154932" y="4866527"/>
            <a:ext cx="864096" cy="360000"/>
            <a:chOff x="4160463" y="4868309"/>
            <a:chExt cx="864096" cy="360000"/>
          </a:xfrm>
        </p:grpSpPr>
        <p:sp>
          <p:nvSpPr>
            <p:cNvPr id="80" name="橢圓 79"/>
            <p:cNvSpPr/>
            <p:nvPr/>
          </p:nvSpPr>
          <p:spPr>
            <a:xfrm>
              <a:off x="4160463" y="4868309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60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82" name="直線接點 81"/>
            <p:cNvCxnSpPr>
              <a:stCxn id="80" idx="0"/>
              <a:endCxn id="80" idx="4"/>
            </p:cNvCxnSpPr>
            <p:nvPr/>
          </p:nvCxnSpPr>
          <p:spPr>
            <a:xfrm>
              <a:off x="4592511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群組 82"/>
          <p:cNvGrpSpPr/>
          <p:nvPr/>
        </p:nvGrpSpPr>
        <p:grpSpPr>
          <a:xfrm>
            <a:off x="6346892" y="4866527"/>
            <a:ext cx="864096" cy="360000"/>
            <a:chOff x="4160463" y="4868309"/>
            <a:chExt cx="864096" cy="360000"/>
          </a:xfrm>
        </p:grpSpPr>
        <p:sp>
          <p:nvSpPr>
            <p:cNvPr id="84" name="橢圓 83"/>
            <p:cNvSpPr/>
            <p:nvPr/>
          </p:nvSpPr>
          <p:spPr>
            <a:xfrm>
              <a:off x="4160463" y="4868309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80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85" name="直線接點 84"/>
            <p:cNvCxnSpPr>
              <a:stCxn id="84" idx="0"/>
              <a:endCxn id="84" idx="4"/>
            </p:cNvCxnSpPr>
            <p:nvPr/>
          </p:nvCxnSpPr>
          <p:spPr>
            <a:xfrm>
              <a:off x="4592511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群組 85"/>
          <p:cNvGrpSpPr/>
          <p:nvPr/>
        </p:nvGrpSpPr>
        <p:grpSpPr>
          <a:xfrm>
            <a:off x="7272456" y="4875151"/>
            <a:ext cx="864096" cy="360000"/>
            <a:chOff x="4160463" y="4868309"/>
            <a:chExt cx="864096" cy="360000"/>
          </a:xfrm>
        </p:grpSpPr>
        <p:sp>
          <p:nvSpPr>
            <p:cNvPr id="93" name="橢圓 92"/>
            <p:cNvSpPr/>
            <p:nvPr/>
          </p:nvSpPr>
          <p:spPr>
            <a:xfrm>
              <a:off x="4160463" y="4868309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90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96" name="直線接點 95"/>
            <p:cNvCxnSpPr>
              <a:stCxn id="93" idx="0"/>
              <a:endCxn id="93" idx="4"/>
            </p:cNvCxnSpPr>
            <p:nvPr/>
          </p:nvCxnSpPr>
          <p:spPr>
            <a:xfrm>
              <a:off x="4592511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8" name="直線接點 97"/>
          <p:cNvCxnSpPr>
            <a:stCxn id="23" idx="5"/>
            <a:endCxn id="72" idx="0"/>
          </p:cNvCxnSpPr>
          <p:nvPr/>
        </p:nvCxnSpPr>
        <p:spPr>
          <a:xfrm>
            <a:off x="4914572" y="2701351"/>
            <a:ext cx="2789932" cy="99794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接點 98"/>
          <p:cNvCxnSpPr>
            <a:stCxn id="94" idx="3"/>
            <a:endCxn id="75" idx="0"/>
          </p:cNvCxnSpPr>
          <p:nvPr/>
        </p:nvCxnSpPr>
        <p:spPr>
          <a:xfrm flipH="1">
            <a:off x="3669959" y="4014073"/>
            <a:ext cx="616491" cy="8610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接點 99"/>
          <p:cNvCxnSpPr>
            <a:stCxn id="69" idx="4"/>
            <a:endCxn id="80" idx="0"/>
          </p:cNvCxnSpPr>
          <p:nvPr/>
        </p:nvCxnSpPr>
        <p:spPr>
          <a:xfrm flipH="1">
            <a:off x="4586980" y="4067657"/>
            <a:ext cx="4417" cy="79887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接點 100"/>
          <p:cNvCxnSpPr>
            <a:stCxn id="72" idx="3"/>
            <a:endCxn id="84" idx="0"/>
          </p:cNvCxnSpPr>
          <p:nvPr/>
        </p:nvCxnSpPr>
        <p:spPr>
          <a:xfrm flipH="1">
            <a:off x="6778940" y="4006579"/>
            <a:ext cx="620060" cy="85994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接點 101"/>
          <p:cNvCxnSpPr>
            <a:stCxn id="72" idx="4"/>
            <a:endCxn id="93" idx="0"/>
          </p:cNvCxnSpPr>
          <p:nvPr/>
        </p:nvCxnSpPr>
        <p:spPr>
          <a:xfrm>
            <a:off x="7704504" y="4059300"/>
            <a:ext cx="0" cy="8158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1928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7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2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8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00"/>
                            </p:stCondLst>
                            <p:childTnLst>
                              <p:par>
                                <p:cTn id="8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500"/>
                            </p:stCondLst>
                            <p:childTnLst>
                              <p:par>
                                <p:cTn id="9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0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0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0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60" grpId="0" animBg="1"/>
      <p:bldP spid="87" grpId="0" animBg="1"/>
      <p:bldP spid="94" grpId="0" animBg="1"/>
      <p:bldP spid="15" grpId="0"/>
      <p:bldP spid="97" grpId="0" animBg="1"/>
      <p:bldP spid="53" grpId="0"/>
      <p:bldP spid="53" grpId="1"/>
      <p:bldP spid="6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2-3 Tree</a:t>
            </a:r>
            <a:r>
              <a:rPr lang="zh-TW" altLang="en-US" dirty="0"/>
              <a:t> 的加入 </a:t>
            </a:r>
            <a:r>
              <a:rPr lang="en-US" altLang="zh-TW" dirty="0"/>
              <a:t>(4/6)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狀況二：已有兩筆資料，加入後將節點調整符合</a:t>
            </a:r>
            <a:r>
              <a:rPr lang="en-US" altLang="zh-TW" dirty="0"/>
              <a:t>2-3</a:t>
            </a:r>
            <a:r>
              <a:rPr lang="zh-TW" altLang="en-US" dirty="0"/>
              <a:t> </a:t>
            </a:r>
            <a:r>
              <a:rPr lang="en-US" altLang="zh-TW" dirty="0"/>
              <a:t>tree</a:t>
            </a:r>
            <a:r>
              <a:rPr lang="zh-TW" altLang="en-US" dirty="0"/>
              <a:t>的定義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2026/05/13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8</a:t>
            </a:fld>
            <a:endParaRPr lang="en-US" altLang="zh-TW" dirty="0"/>
          </a:p>
        </p:txBody>
      </p:sp>
      <p:sp>
        <p:nvSpPr>
          <p:cNvPr id="14" name="橢圓 13"/>
          <p:cNvSpPr/>
          <p:nvPr/>
        </p:nvSpPr>
        <p:spPr>
          <a:xfrm>
            <a:off x="231566" y="4868309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</a:rPr>
              <a:t>10</a:t>
            </a:r>
            <a:r>
              <a:rPr lang="zh-TW" altLang="en-US" b="1" dirty="0">
                <a:solidFill>
                  <a:schemeClr val="tx1"/>
                </a:solidFill>
              </a:rPr>
              <a:t> </a:t>
            </a:r>
            <a:r>
              <a:rPr lang="en-US" altLang="zh-TW" b="1" dirty="0">
                <a:solidFill>
                  <a:schemeClr val="tx1"/>
                </a:solidFill>
              </a:rPr>
              <a:t> 20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18" name="直線接點 17"/>
          <p:cNvCxnSpPr>
            <a:stCxn id="78" idx="3"/>
            <a:endCxn id="14" idx="0"/>
          </p:cNvCxnSpPr>
          <p:nvPr/>
        </p:nvCxnSpPr>
        <p:spPr>
          <a:xfrm flipH="1">
            <a:off x="663614" y="4014964"/>
            <a:ext cx="613973" cy="8533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78" idx="4"/>
            <a:endCxn id="61" idx="0"/>
          </p:cNvCxnSpPr>
          <p:nvPr/>
        </p:nvCxnSpPr>
        <p:spPr>
          <a:xfrm>
            <a:off x="1583091" y="4067685"/>
            <a:ext cx="557" cy="8015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橢圓 22"/>
          <p:cNvSpPr/>
          <p:nvPr/>
        </p:nvSpPr>
        <p:spPr>
          <a:xfrm>
            <a:off x="4177020" y="2394072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</a:rPr>
              <a:t>45  70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31" name="直線接點 30"/>
          <p:cNvCxnSpPr>
            <a:stCxn id="23" idx="3"/>
            <a:endCxn id="78" idx="0"/>
          </p:cNvCxnSpPr>
          <p:nvPr/>
        </p:nvCxnSpPr>
        <p:spPr>
          <a:xfrm flipH="1">
            <a:off x="1583091" y="2701351"/>
            <a:ext cx="2720473" cy="100633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向下箭號 36"/>
          <p:cNvSpPr/>
          <p:nvPr/>
        </p:nvSpPr>
        <p:spPr>
          <a:xfrm rot="10800000">
            <a:off x="4355956" y="2755525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向下箭號 37"/>
          <p:cNvSpPr/>
          <p:nvPr/>
        </p:nvSpPr>
        <p:spPr>
          <a:xfrm rot="10800000">
            <a:off x="1296121" y="4066794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向下箭號 38"/>
          <p:cNvSpPr/>
          <p:nvPr/>
        </p:nvSpPr>
        <p:spPr>
          <a:xfrm rot="10800000">
            <a:off x="577350" y="5253685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1" name="直線接點 40"/>
          <p:cNvCxnSpPr>
            <a:stCxn id="14" idx="0"/>
            <a:endCxn id="14" idx="4"/>
          </p:cNvCxnSpPr>
          <p:nvPr/>
        </p:nvCxnSpPr>
        <p:spPr>
          <a:xfrm>
            <a:off x="663614" y="4868309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>
            <a:stCxn id="23" idx="0"/>
            <a:endCxn id="23" idx="4"/>
          </p:cNvCxnSpPr>
          <p:nvPr/>
        </p:nvCxnSpPr>
        <p:spPr>
          <a:xfrm>
            <a:off x="4609068" y="2394072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>
            <a:stCxn id="23" idx="4"/>
            <a:endCxn id="94" idx="0"/>
          </p:cNvCxnSpPr>
          <p:nvPr/>
        </p:nvCxnSpPr>
        <p:spPr>
          <a:xfrm flipH="1">
            <a:off x="4591954" y="2754072"/>
            <a:ext cx="17114" cy="95272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向下箭號 59"/>
          <p:cNvSpPr/>
          <p:nvPr/>
        </p:nvSpPr>
        <p:spPr>
          <a:xfrm>
            <a:off x="3967424" y="2727454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橢圓 60"/>
          <p:cNvSpPr/>
          <p:nvPr/>
        </p:nvSpPr>
        <p:spPr>
          <a:xfrm>
            <a:off x="1151600" y="4869200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TW" b="1" dirty="0">
                <a:solidFill>
                  <a:schemeClr val="tx1"/>
                </a:solidFill>
              </a:rPr>
              <a:t>40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62" name="直線接點 61"/>
          <p:cNvCxnSpPr>
            <a:stCxn id="61" idx="0"/>
            <a:endCxn id="61" idx="4"/>
          </p:cNvCxnSpPr>
          <p:nvPr/>
        </p:nvCxnSpPr>
        <p:spPr>
          <a:xfrm>
            <a:off x="1583648" y="4869200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/>
          <p:cNvCxnSpPr/>
          <p:nvPr/>
        </p:nvCxnSpPr>
        <p:spPr>
          <a:xfrm>
            <a:off x="2627784" y="4872820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橢圓 77"/>
          <p:cNvSpPr/>
          <p:nvPr/>
        </p:nvSpPr>
        <p:spPr>
          <a:xfrm>
            <a:off x="1151043" y="3707685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TW" b="1" dirty="0">
                <a:solidFill>
                  <a:schemeClr val="tx1"/>
                </a:solidFill>
              </a:rPr>
              <a:t>30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79" name="直線接點 78"/>
          <p:cNvCxnSpPr>
            <a:stCxn id="78" idx="0"/>
            <a:endCxn id="78" idx="4"/>
          </p:cNvCxnSpPr>
          <p:nvPr/>
        </p:nvCxnSpPr>
        <p:spPr>
          <a:xfrm>
            <a:off x="1583091" y="3707685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/>
          <p:nvPr/>
        </p:nvCxnSpPr>
        <p:spPr>
          <a:xfrm>
            <a:off x="6780581" y="2149612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>
            <a:off x="2497422" y="4868309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橢圓 86"/>
          <p:cNvSpPr/>
          <p:nvPr/>
        </p:nvSpPr>
        <p:spPr>
          <a:xfrm>
            <a:off x="3240429" y="4867418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</a:rPr>
              <a:t>50</a:t>
            </a:r>
            <a:r>
              <a:rPr lang="zh-TW" altLang="en-US" b="1" dirty="0">
                <a:solidFill>
                  <a:schemeClr val="tx1"/>
                </a:solidFill>
              </a:rPr>
              <a:t>  </a:t>
            </a:r>
            <a:r>
              <a:rPr lang="en-US" altLang="zh-TW" b="1" dirty="0">
                <a:solidFill>
                  <a:schemeClr val="tx1"/>
                </a:solidFill>
              </a:rPr>
              <a:t>60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88" name="直線接點 87"/>
          <p:cNvCxnSpPr>
            <a:stCxn id="94" idx="3"/>
            <a:endCxn id="87" idx="0"/>
          </p:cNvCxnSpPr>
          <p:nvPr/>
        </p:nvCxnSpPr>
        <p:spPr>
          <a:xfrm flipH="1">
            <a:off x="3672477" y="4014073"/>
            <a:ext cx="613973" cy="8533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接點 88"/>
          <p:cNvCxnSpPr>
            <a:stCxn id="94" idx="4"/>
          </p:cNvCxnSpPr>
          <p:nvPr/>
        </p:nvCxnSpPr>
        <p:spPr>
          <a:xfrm>
            <a:off x="4591954" y="4066794"/>
            <a:ext cx="557" cy="8015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接點 89"/>
          <p:cNvCxnSpPr>
            <a:stCxn id="87" idx="0"/>
            <a:endCxn id="87" idx="4"/>
          </p:cNvCxnSpPr>
          <p:nvPr/>
        </p:nvCxnSpPr>
        <p:spPr>
          <a:xfrm>
            <a:off x="3672477" y="4867418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橢圓 93"/>
          <p:cNvSpPr/>
          <p:nvPr/>
        </p:nvSpPr>
        <p:spPr>
          <a:xfrm>
            <a:off x="4159906" y="3706794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</a:rPr>
              <a:t>70  85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95" name="直線接點 94"/>
          <p:cNvCxnSpPr>
            <a:stCxn id="94" idx="0"/>
            <a:endCxn id="94" idx="4"/>
          </p:cNvCxnSpPr>
          <p:nvPr/>
        </p:nvCxnSpPr>
        <p:spPr>
          <a:xfrm>
            <a:off x="4591954" y="3706794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/>
          <p:cNvSpPr txBox="1"/>
          <p:nvPr/>
        </p:nvSpPr>
        <p:spPr>
          <a:xfrm>
            <a:off x="1921552" y="2356294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加入</a:t>
            </a:r>
            <a:r>
              <a:rPr lang="en-US" altLang="zh-TW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15</a:t>
            </a:r>
            <a:endParaRPr lang="zh-TW" altLang="en-US" sz="2000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97" name="向下箭號 96"/>
          <p:cNvSpPr/>
          <p:nvPr/>
        </p:nvSpPr>
        <p:spPr>
          <a:xfrm>
            <a:off x="1034670" y="4177577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68" name="群組 67"/>
          <p:cNvGrpSpPr/>
          <p:nvPr/>
        </p:nvGrpSpPr>
        <p:grpSpPr>
          <a:xfrm>
            <a:off x="4159349" y="3707657"/>
            <a:ext cx="864096" cy="360000"/>
            <a:chOff x="4160463" y="4868309"/>
            <a:chExt cx="864096" cy="360000"/>
          </a:xfrm>
        </p:grpSpPr>
        <p:sp>
          <p:nvSpPr>
            <p:cNvPr id="69" name="橢圓 68"/>
            <p:cNvSpPr/>
            <p:nvPr/>
          </p:nvSpPr>
          <p:spPr>
            <a:xfrm>
              <a:off x="4160463" y="4868309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55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70" name="直線接點 69"/>
            <p:cNvCxnSpPr>
              <a:stCxn id="69" idx="0"/>
              <a:endCxn id="69" idx="4"/>
            </p:cNvCxnSpPr>
            <p:nvPr/>
          </p:nvCxnSpPr>
          <p:spPr>
            <a:xfrm>
              <a:off x="4592511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群組 70"/>
          <p:cNvGrpSpPr/>
          <p:nvPr/>
        </p:nvGrpSpPr>
        <p:grpSpPr>
          <a:xfrm>
            <a:off x="7272456" y="3699300"/>
            <a:ext cx="864096" cy="360000"/>
            <a:chOff x="4160463" y="4868309"/>
            <a:chExt cx="864096" cy="360000"/>
          </a:xfrm>
        </p:grpSpPr>
        <p:sp>
          <p:nvSpPr>
            <p:cNvPr id="72" name="橢圓 71"/>
            <p:cNvSpPr/>
            <p:nvPr/>
          </p:nvSpPr>
          <p:spPr>
            <a:xfrm>
              <a:off x="4160463" y="4868309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85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73" name="直線接點 72"/>
            <p:cNvCxnSpPr>
              <a:stCxn id="72" idx="0"/>
              <a:endCxn id="72" idx="4"/>
            </p:cNvCxnSpPr>
            <p:nvPr/>
          </p:nvCxnSpPr>
          <p:spPr>
            <a:xfrm>
              <a:off x="4592511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群組 76"/>
          <p:cNvGrpSpPr/>
          <p:nvPr/>
        </p:nvGrpSpPr>
        <p:grpSpPr>
          <a:xfrm>
            <a:off x="4158818" y="4866527"/>
            <a:ext cx="864096" cy="360000"/>
            <a:chOff x="4160463" y="4868309"/>
            <a:chExt cx="864096" cy="360000"/>
          </a:xfrm>
        </p:grpSpPr>
        <p:sp>
          <p:nvSpPr>
            <p:cNvPr id="80" name="橢圓 79"/>
            <p:cNvSpPr/>
            <p:nvPr/>
          </p:nvSpPr>
          <p:spPr>
            <a:xfrm>
              <a:off x="4160463" y="4868309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60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82" name="直線接點 81"/>
            <p:cNvCxnSpPr>
              <a:stCxn id="80" idx="0"/>
              <a:endCxn id="80" idx="4"/>
            </p:cNvCxnSpPr>
            <p:nvPr/>
          </p:nvCxnSpPr>
          <p:spPr>
            <a:xfrm>
              <a:off x="4592511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群組 82"/>
          <p:cNvGrpSpPr/>
          <p:nvPr/>
        </p:nvGrpSpPr>
        <p:grpSpPr>
          <a:xfrm>
            <a:off x="6346892" y="4866527"/>
            <a:ext cx="864096" cy="360000"/>
            <a:chOff x="4160463" y="4868309"/>
            <a:chExt cx="864096" cy="360000"/>
          </a:xfrm>
        </p:grpSpPr>
        <p:sp>
          <p:nvSpPr>
            <p:cNvPr id="84" name="橢圓 83"/>
            <p:cNvSpPr/>
            <p:nvPr/>
          </p:nvSpPr>
          <p:spPr>
            <a:xfrm>
              <a:off x="4160463" y="4868309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80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85" name="直線接點 84"/>
            <p:cNvCxnSpPr>
              <a:stCxn id="84" idx="0"/>
              <a:endCxn id="84" idx="4"/>
            </p:cNvCxnSpPr>
            <p:nvPr/>
          </p:nvCxnSpPr>
          <p:spPr>
            <a:xfrm>
              <a:off x="4592511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群組 85"/>
          <p:cNvGrpSpPr/>
          <p:nvPr/>
        </p:nvGrpSpPr>
        <p:grpSpPr>
          <a:xfrm>
            <a:off x="7272456" y="4875151"/>
            <a:ext cx="864096" cy="360000"/>
            <a:chOff x="4160463" y="4868309"/>
            <a:chExt cx="864096" cy="360000"/>
          </a:xfrm>
        </p:grpSpPr>
        <p:sp>
          <p:nvSpPr>
            <p:cNvPr id="93" name="橢圓 92"/>
            <p:cNvSpPr/>
            <p:nvPr/>
          </p:nvSpPr>
          <p:spPr>
            <a:xfrm>
              <a:off x="4160463" y="4868309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90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96" name="直線接點 95"/>
            <p:cNvCxnSpPr>
              <a:stCxn id="93" idx="0"/>
              <a:endCxn id="93" idx="4"/>
            </p:cNvCxnSpPr>
            <p:nvPr/>
          </p:nvCxnSpPr>
          <p:spPr>
            <a:xfrm>
              <a:off x="4592511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8" name="直線接點 97"/>
          <p:cNvCxnSpPr>
            <a:stCxn id="23" idx="5"/>
            <a:endCxn id="72" idx="0"/>
          </p:cNvCxnSpPr>
          <p:nvPr/>
        </p:nvCxnSpPr>
        <p:spPr>
          <a:xfrm>
            <a:off x="4914572" y="2701351"/>
            <a:ext cx="2789932" cy="99794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接點 100"/>
          <p:cNvCxnSpPr>
            <a:stCxn id="72" idx="3"/>
            <a:endCxn id="84" idx="0"/>
          </p:cNvCxnSpPr>
          <p:nvPr/>
        </p:nvCxnSpPr>
        <p:spPr>
          <a:xfrm flipH="1">
            <a:off x="6778940" y="4006579"/>
            <a:ext cx="620060" cy="85994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接點 101"/>
          <p:cNvCxnSpPr>
            <a:stCxn id="72" idx="4"/>
            <a:endCxn id="93" idx="0"/>
          </p:cNvCxnSpPr>
          <p:nvPr/>
        </p:nvCxnSpPr>
        <p:spPr>
          <a:xfrm>
            <a:off x="7704504" y="4059300"/>
            <a:ext cx="0" cy="8158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1" name="群組 90"/>
          <p:cNvGrpSpPr/>
          <p:nvPr/>
        </p:nvGrpSpPr>
        <p:grpSpPr>
          <a:xfrm>
            <a:off x="2144529" y="4344915"/>
            <a:ext cx="1296144" cy="367733"/>
            <a:chOff x="6228184" y="4869160"/>
            <a:chExt cx="1296144" cy="367733"/>
          </a:xfrm>
        </p:grpSpPr>
        <p:sp>
          <p:nvSpPr>
            <p:cNvPr id="92" name="橢圓 91"/>
            <p:cNvSpPr/>
            <p:nvPr/>
          </p:nvSpPr>
          <p:spPr>
            <a:xfrm>
              <a:off x="6228184" y="4876893"/>
              <a:ext cx="1296144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b="1" dirty="0">
                  <a:solidFill>
                    <a:schemeClr val="tx1"/>
                  </a:solidFill>
                </a:rPr>
                <a:t>10</a:t>
              </a:r>
              <a:r>
                <a:rPr lang="zh-TW" altLang="en-US" b="1" dirty="0">
                  <a:solidFill>
                    <a:schemeClr val="tx1"/>
                  </a:solidFill>
                </a:rPr>
                <a:t>  </a:t>
              </a:r>
              <a:r>
                <a:rPr lang="en-US" altLang="zh-TW" b="1" dirty="0">
                  <a:solidFill>
                    <a:schemeClr val="tx1"/>
                  </a:solidFill>
                </a:rPr>
                <a:t>15  20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103" name="直線接點 102"/>
            <p:cNvCxnSpPr/>
            <p:nvPr/>
          </p:nvCxnSpPr>
          <p:spPr>
            <a:xfrm>
              <a:off x="6697300" y="487689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線接點 103"/>
            <p:cNvCxnSpPr/>
            <p:nvPr/>
          </p:nvCxnSpPr>
          <p:spPr>
            <a:xfrm>
              <a:off x="7044984" y="486916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5" name="群組 104"/>
          <p:cNvGrpSpPr/>
          <p:nvPr/>
        </p:nvGrpSpPr>
        <p:grpSpPr>
          <a:xfrm>
            <a:off x="2606403" y="4168843"/>
            <a:ext cx="360040" cy="542218"/>
            <a:chOff x="6690058" y="4693088"/>
            <a:chExt cx="360040" cy="542218"/>
          </a:xfrm>
        </p:grpSpPr>
        <p:sp>
          <p:nvSpPr>
            <p:cNvPr id="106" name="橢圓 105"/>
            <p:cNvSpPr/>
            <p:nvPr/>
          </p:nvSpPr>
          <p:spPr>
            <a:xfrm>
              <a:off x="6690058" y="4875306"/>
              <a:ext cx="360040" cy="36000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7" name="向下箭號 106"/>
            <p:cNvSpPr/>
            <p:nvPr/>
          </p:nvSpPr>
          <p:spPr>
            <a:xfrm rot="10800000">
              <a:off x="6787435" y="4693088"/>
              <a:ext cx="172528" cy="176040"/>
            </a:xfrm>
            <a:prstGeom prst="downArrow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57537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7" grpId="1" animBg="1"/>
      <p:bldP spid="38" grpId="0" animBg="1"/>
      <p:bldP spid="38" grpId="1" animBg="1"/>
      <p:bldP spid="39" grpId="0" animBg="1"/>
      <p:bldP spid="60" grpId="0" animBg="1"/>
      <p:bldP spid="15" grpId="0"/>
      <p:bldP spid="9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2-3 Tree</a:t>
            </a:r>
            <a:r>
              <a:rPr lang="zh-TW" altLang="en-US" dirty="0"/>
              <a:t> 的加入 </a:t>
            </a:r>
            <a:r>
              <a:rPr lang="en-US" altLang="zh-TW" dirty="0"/>
              <a:t>(5/6)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狀況二：已有兩筆資料，加入後將節點調整符合</a:t>
            </a:r>
            <a:r>
              <a:rPr lang="en-US" altLang="zh-TW" dirty="0"/>
              <a:t>2-3</a:t>
            </a:r>
            <a:r>
              <a:rPr lang="zh-TW" altLang="en-US" dirty="0"/>
              <a:t> </a:t>
            </a:r>
            <a:r>
              <a:rPr lang="en-US" altLang="zh-TW" dirty="0"/>
              <a:t>tree</a:t>
            </a:r>
            <a:r>
              <a:rPr lang="zh-TW" altLang="en-US" dirty="0"/>
              <a:t>的定義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2026/05/13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9</a:t>
            </a:fld>
            <a:endParaRPr lang="en-US" altLang="zh-TW" dirty="0"/>
          </a:p>
        </p:txBody>
      </p:sp>
      <p:sp>
        <p:nvSpPr>
          <p:cNvPr id="14" name="橢圓 13"/>
          <p:cNvSpPr/>
          <p:nvPr/>
        </p:nvSpPr>
        <p:spPr>
          <a:xfrm>
            <a:off x="231566" y="4868309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TW" b="1" dirty="0">
                <a:solidFill>
                  <a:schemeClr val="tx1"/>
                </a:solidFill>
              </a:rPr>
              <a:t>10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18" name="直線接點 17"/>
          <p:cNvCxnSpPr>
            <a:stCxn id="78" idx="3"/>
            <a:endCxn id="14" idx="0"/>
          </p:cNvCxnSpPr>
          <p:nvPr/>
        </p:nvCxnSpPr>
        <p:spPr>
          <a:xfrm flipH="1">
            <a:off x="663614" y="4014964"/>
            <a:ext cx="613973" cy="8533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78" idx="4"/>
            <a:endCxn id="61" idx="0"/>
          </p:cNvCxnSpPr>
          <p:nvPr/>
        </p:nvCxnSpPr>
        <p:spPr>
          <a:xfrm>
            <a:off x="1583091" y="4067685"/>
            <a:ext cx="557" cy="8015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橢圓 22"/>
          <p:cNvSpPr/>
          <p:nvPr/>
        </p:nvSpPr>
        <p:spPr>
          <a:xfrm>
            <a:off x="4177020" y="2394072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</a:rPr>
              <a:t>45  70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31" name="直線接點 30"/>
          <p:cNvCxnSpPr>
            <a:stCxn id="23" idx="3"/>
            <a:endCxn id="78" idx="0"/>
          </p:cNvCxnSpPr>
          <p:nvPr/>
        </p:nvCxnSpPr>
        <p:spPr>
          <a:xfrm flipH="1">
            <a:off x="1583091" y="2701351"/>
            <a:ext cx="2720473" cy="100633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向下箭號 36"/>
          <p:cNvSpPr/>
          <p:nvPr/>
        </p:nvSpPr>
        <p:spPr>
          <a:xfrm rot="10800000">
            <a:off x="4355956" y="2755525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向下箭號 37"/>
          <p:cNvSpPr/>
          <p:nvPr/>
        </p:nvSpPr>
        <p:spPr>
          <a:xfrm rot="10800000">
            <a:off x="1296121" y="4066794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向下箭號 38"/>
          <p:cNvSpPr/>
          <p:nvPr/>
        </p:nvSpPr>
        <p:spPr>
          <a:xfrm rot="10800000">
            <a:off x="1663167" y="5253685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1" name="直線接點 40"/>
          <p:cNvCxnSpPr>
            <a:stCxn id="14" idx="0"/>
            <a:endCxn id="14" idx="4"/>
          </p:cNvCxnSpPr>
          <p:nvPr/>
        </p:nvCxnSpPr>
        <p:spPr>
          <a:xfrm>
            <a:off x="663614" y="4868309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>
            <a:stCxn id="23" idx="0"/>
            <a:endCxn id="23" idx="4"/>
          </p:cNvCxnSpPr>
          <p:nvPr/>
        </p:nvCxnSpPr>
        <p:spPr>
          <a:xfrm>
            <a:off x="4609068" y="2394072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>
            <a:stCxn id="23" idx="4"/>
            <a:endCxn id="94" idx="0"/>
          </p:cNvCxnSpPr>
          <p:nvPr/>
        </p:nvCxnSpPr>
        <p:spPr>
          <a:xfrm flipH="1">
            <a:off x="4591954" y="2754072"/>
            <a:ext cx="17114" cy="95272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向下箭號 59"/>
          <p:cNvSpPr/>
          <p:nvPr/>
        </p:nvSpPr>
        <p:spPr>
          <a:xfrm>
            <a:off x="3967424" y="2727454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橢圓 60"/>
          <p:cNvSpPr/>
          <p:nvPr/>
        </p:nvSpPr>
        <p:spPr>
          <a:xfrm>
            <a:off x="1151600" y="4869200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TW" b="1" dirty="0">
                <a:solidFill>
                  <a:schemeClr val="tx1"/>
                </a:solidFill>
              </a:rPr>
              <a:t>20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62" name="直線接點 61"/>
          <p:cNvCxnSpPr>
            <a:stCxn id="61" idx="0"/>
            <a:endCxn id="61" idx="4"/>
          </p:cNvCxnSpPr>
          <p:nvPr/>
        </p:nvCxnSpPr>
        <p:spPr>
          <a:xfrm>
            <a:off x="1583648" y="4869200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/>
          <p:cNvCxnSpPr/>
          <p:nvPr/>
        </p:nvCxnSpPr>
        <p:spPr>
          <a:xfrm>
            <a:off x="2627784" y="4872820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橢圓 77"/>
          <p:cNvSpPr/>
          <p:nvPr/>
        </p:nvSpPr>
        <p:spPr>
          <a:xfrm>
            <a:off x="1151043" y="3707685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</a:rPr>
              <a:t>15  30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79" name="直線接點 78"/>
          <p:cNvCxnSpPr>
            <a:stCxn id="78" idx="0"/>
            <a:endCxn id="78" idx="4"/>
          </p:cNvCxnSpPr>
          <p:nvPr/>
        </p:nvCxnSpPr>
        <p:spPr>
          <a:xfrm>
            <a:off x="1583091" y="3707685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/>
          <p:nvPr/>
        </p:nvCxnSpPr>
        <p:spPr>
          <a:xfrm>
            <a:off x="6780581" y="2149612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>
            <a:off x="2497422" y="4868309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橢圓 86"/>
          <p:cNvSpPr/>
          <p:nvPr/>
        </p:nvSpPr>
        <p:spPr>
          <a:xfrm>
            <a:off x="3240429" y="4867418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TW" b="1" dirty="0">
                <a:solidFill>
                  <a:schemeClr val="tx1"/>
                </a:solidFill>
              </a:rPr>
              <a:t>50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88" name="直線接點 87"/>
          <p:cNvCxnSpPr>
            <a:stCxn id="94" idx="3"/>
            <a:endCxn id="87" idx="0"/>
          </p:cNvCxnSpPr>
          <p:nvPr/>
        </p:nvCxnSpPr>
        <p:spPr>
          <a:xfrm flipH="1">
            <a:off x="3672477" y="4014073"/>
            <a:ext cx="613973" cy="8533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接點 88"/>
          <p:cNvCxnSpPr>
            <a:stCxn id="94" idx="4"/>
          </p:cNvCxnSpPr>
          <p:nvPr/>
        </p:nvCxnSpPr>
        <p:spPr>
          <a:xfrm>
            <a:off x="4591954" y="4066794"/>
            <a:ext cx="557" cy="8015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接點 89"/>
          <p:cNvCxnSpPr>
            <a:stCxn id="87" idx="0"/>
            <a:endCxn id="87" idx="4"/>
          </p:cNvCxnSpPr>
          <p:nvPr/>
        </p:nvCxnSpPr>
        <p:spPr>
          <a:xfrm>
            <a:off x="3672477" y="4867418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橢圓 93"/>
          <p:cNvSpPr/>
          <p:nvPr/>
        </p:nvSpPr>
        <p:spPr>
          <a:xfrm>
            <a:off x="4159906" y="3706794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</a:rPr>
              <a:t>70  85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95" name="直線接點 94"/>
          <p:cNvCxnSpPr>
            <a:stCxn id="94" idx="0"/>
            <a:endCxn id="94" idx="4"/>
          </p:cNvCxnSpPr>
          <p:nvPr/>
        </p:nvCxnSpPr>
        <p:spPr>
          <a:xfrm>
            <a:off x="4591954" y="3706794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/>
          <p:cNvSpPr txBox="1"/>
          <p:nvPr/>
        </p:nvSpPr>
        <p:spPr>
          <a:xfrm>
            <a:off x="1921552" y="2356294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加入</a:t>
            </a:r>
            <a:r>
              <a:rPr lang="en-US" altLang="zh-TW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25</a:t>
            </a:r>
            <a:endParaRPr lang="zh-TW" altLang="en-US" sz="2000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97" name="向下箭號 96"/>
          <p:cNvSpPr/>
          <p:nvPr/>
        </p:nvSpPr>
        <p:spPr>
          <a:xfrm>
            <a:off x="1496568" y="4177577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68" name="群組 67"/>
          <p:cNvGrpSpPr/>
          <p:nvPr/>
        </p:nvGrpSpPr>
        <p:grpSpPr>
          <a:xfrm>
            <a:off x="4159349" y="3707657"/>
            <a:ext cx="864096" cy="360000"/>
            <a:chOff x="4160463" y="4868309"/>
            <a:chExt cx="864096" cy="360000"/>
          </a:xfrm>
        </p:grpSpPr>
        <p:sp>
          <p:nvSpPr>
            <p:cNvPr id="69" name="橢圓 68"/>
            <p:cNvSpPr/>
            <p:nvPr/>
          </p:nvSpPr>
          <p:spPr>
            <a:xfrm>
              <a:off x="4160463" y="4868309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55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70" name="直線接點 69"/>
            <p:cNvCxnSpPr>
              <a:stCxn id="69" idx="0"/>
              <a:endCxn id="69" idx="4"/>
            </p:cNvCxnSpPr>
            <p:nvPr/>
          </p:nvCxnSpPr>
          <p:spPr>
            <a:xfrm>
              <a:off x="4592511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群組 70"/>
          <p:cNvGrpSpPr/>
          <p:nvPr/>
        </p:nvGrpSpPr>
        <p:grpSpPr>
          <a:xfrm>
            <a:off x="7272456" y="3699300"/>
            <a:ext cx="864096" cy="360000"/>
            <a:chOff x="4160463" y="4868309"/>
            <a:chExt cx="864096" cy="360000"/>
          </a:xfrm>
        </p:grpSpPr>
        <p:sp>
          <p:nvSpPr>
            <p:cNvPr id="72" name="橢圓 71"/>
            <p:cNvSpPr/>
            <p:nvPr/>
          </p:nvSpPr>
          <p:spPr>
            <a:xfrm>
              <a:off x="4160463" y="4868309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85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73" name="直線接點 72"/>
            <p:cNvCxnSpPr>
              <a:stCxn id="72" idx="0"/>
              <a:endCxn id="72" idx="4"/>
            </p:cNvCxnSpPr>
            <p:nvPr/>
          </p:nvCxnSpPr>
          <p:spPr>
            <a:xfrm>
              <a:off x="4592511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群組 76"/>
          <p:cNvGrpSpPr/>
          <p:nvPr/>
        </p:nvGrpSpPr>
        <p:grpSpPr>
          <a:xfrm>
            <a:off x="4158818" y="4866527"/>
            <a:ext cx="864096" cy="360000"/>
            <a:chOff x="4160463" y="4868309"/>
            <a:chExt cx="864096" cy="360000"/>
          </a:xfrm>
        </p:grpSpPr>
        <p:sp>
          <p:nvSpPr>
            <p:cNvPr id="80" name="橢圓 79"/>
            <p:cNvSpPr/>
            <p:nvPr/>
          </p:nvSpPr>
          <p:spPr>
            <a:xfrm>
              <a:off x="4160463" y="4868309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60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82" name="直線接點 81"/>
            <p:cNvCxnSpPr>
              <a:stCxn id="80" idx="0"/>
              <a:endCxn id="80" idx="4"/>
            </p:cNvCxnSpPr>
            <p:nvPr/>
          </p:nvCxnSpPr>
          <p:spPr>
            <a:xfrm>
              <a:off x="4592511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群組 82"/>
          <p:cNvGrpSpPr/>
          <p:nvPr/>
        </p:nvGrpSpPr>
        <p:grpSpPr>
          <a:xfrm>
            <a:off x="6346892" y="4866527"/>
            <a:ext cx="864096" cy="360000"/>
            <a:chOff x="4160463" y="4868309"/>
            <a:chExt cx="864096" cy="360000"/>
          </a:xfrm>
        </p:grpSpPr>
        <p:sp>
          <p:nvSpPr>
            <p:cNvPr id="84" name="橢圓 83"/>
            <p:cNvSpPr/>
            <p:nvPr/>
          </p:nvSpPr>
          <p:spPr>
            <a:xfrm>
              <a:off x="4160463" y="4868309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80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85" name="直線接點 84"/>
            <p:cNvCxnSpPr>
              <a:stCxn id="84" idx="0"/>
              <a:endCxn id="84" idx="4"/>
            </p:cNvCxnSpPr>
            <p:nvPr/>
          </p:nvCxnSpPr>
          <p:spPr>
            <a:xfrm>
              <a:off x="4592511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群組 85"/>
          <p:cNvGrpSpPr/>
          <p:nvPr/>
        </p:nvGrpSpPr>
        <p:grpSpPr>
          <a:xfrm>
            <a:off x="7272456" y="4875151"/>
            <a:ext cx="864096" cy="360000"/>
            <a:chOff x="4160463" y="4868309"/>
            <a:chExt cx="864096" cy="360000"/>
          </a:xfrm>
        </p:grpSpPr>
        <p:sp>
          <p:nvSpPr>
            <p:cNvPr id="93" name="橢圓 92"/>
            <p:cNvSpPr/>
            <p:nvPr/>
          </p:nvSpPr>
          <p:spPr>
            <a:xfrm>
              <a:off x="4160463" y="4868309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90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96" name="直線接點 95"/>
            <p:cNvCxnSpPr>
              <a:stCxn id="93" idx="0"/>
              <a:endCxn id="93" idx="4"/>
            </p:cNvCxnSpPr>
            <p:nvPr/>
          </p:nvCxnSpPr>
          <p:spPr>
            <a:xfrm>
              <a:off x="4592511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8" name="直線接點 97"/>
          <p:cNvCxnSpPr>
            <a:stCxn id="23" idx="5"/>
            <a:endCxn id="72" idx="0"/>
          </p:cNvCxnSpPr>
          <p:nvPr/>
        </p:nvCxnSpPr>
        <p:spPr>
          <a:xfrm>
            <a:off x="4914572" y="2701351"/>
            <a:ext cx="2789932" cy="99794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接點 100"/>
          <p:cNvCxnSpPr>
            <a:stCxn id="72" idx="3"/>
            <a:endCxn id="84" idx="0"/>
          </p:cNvCxnSpPr>
          <p:nvPr/>
        </p:nvCxnSpPr>
        <p:spPr>
          <a:xfrm flipH="1">
            <a:off x="6778940" y="4006579"/>
            <a:ext cx="620060" cy="85994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接點 101"/>
          <p:cNvCxnSpPr>
            <a:stCxn id="72" idx="4"/>
            <a:endCxn id="93" idx="0"/>
          </p:cNvCxnSpPr>
          <p:nvPr/>
        </p:nvCxnSpPr>
        <p:spPr>
          <a:xfrm>
            <a:off x="7704504" y="4059300"/>
            <a:ext cx="0" cy="8158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橢圓 58"/>
          <p:cNvSpPr/>
          <p:nvPr/>
        </p:nvSpPr>
        <p:spPr>
          <a:xfrm>
            <a:off x="2077163" y="4866527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TW" b="1" dirty="0">
                <a:solidFill>
                  <a:schemeClr val="tx1"/>
                </a:solidFill>
              </a:rPr>
              <a:t>40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63" name="直線接點 62"/>
          <p:cNvCxnSpPr>
            <a:stCxn id="59" idx="0"/>
            <a:endCxn id="59" idx="4"/>
          </p:cNvCxnSpPr>
          <p:nvPr/>
        </p:nvCxnSpPr>
        <p:spPr>
          <a:xfrm>
            <a:off x="2509211" y="4866527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/>
          <p:cNvCxnSpPr>
            <a:stCxn id="78" idx="5"/>
            <a:endCxn id="59" idx="0"/>
          </p:cNvCxnSpPr>
          <p:nvPr/>
        </p:nvCxnSpPr>
        <p:spPr>
          <a:xfrm>
            <a:off x="1888595" y="4014964"/>
            <a:ext cx="620616" cy="85156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字方塊 66"/>
          <p:cNvSpPr txBox="1"/>
          <p:nvPr/>
        </p:nvSpPr>
        <p:spPr>
          <a:xfrm>
            <a:off x="1556891" y="486581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C00000"/>
                </a:solidFill>
                <a:latin typeface="+mj-lt"/>
              </a:rPr>
              <a:t>25</a:t>
            </a:r>
            <a:endParaRPr lang="zh-TW" altLang="en-US" sz="1600" b="1" dirty="0">
              <a:solidFill>
                <a:srgbClr val="C0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92605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7" grpId="1" animBg="1"/>
      <p:bldP spid="38" grpId="0" animBg="1"/>
      <p:bldP spid="38" grpId="1" animBg="1"/>
      <p:bldP spid="39" grpId="0" animBg="1"/>
      <p:bldP spid="60" grpId="0" animBg="1"/>
      <p:bldP spid="15" grpId="0"/>
      <p:bldP spid="97" grpId="0" animBg="1"/>
      <p:bldP spid="6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2-3 Tree</a:t>
            </a:r>
            <a:r>
              <a:rPr lang="zh-TW" altLang="en-US" dirty="0"/>
              <a:t> 的加入 </a:t>
            </a:r>
            <a:r>
              <a:rPr lang="en-US" altLang="zh-TW" dirty="0"/>
              <a:t>(6/6)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狀況二：已有兩筆資料，加入後將節點調整符合</a:t>
            </a:r>
            <a:r>
              <a:rPr lang="en-US" altLang="zh-TW" dirty="0"/>
              <a:t>2-3</a:t>
            </a:r>
            <a:r>
              <a:rPr lang="zh-TW" altLang="en-US" dirty="0"/>
              <a:t> </a:t>
            </a:r>
            <a:r>
              <a:rPr lang="en-US" altLang="zh-TW" dirty="0"/>
              <a:t>tree</a:t>
            </a:r>
            <a:r>
              <a:rPr lang="zh-TW" altLang="en-US" dirty="0"/>
              <a:t>的定義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2026/05/13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10</a:t>
            </a:fld>
            <a:endParaRPr lang="en-US" altLang="zh-TW" dirty="0"/>
          </a:p>
        </p:txBody>
      </p:sp>
      <p:sp>
        <p:nvSpPr>
          <p:cNvPr id="14" name="橢圓 13"/>
          <p:cNvSpPr/>
          <p:nvPr/>
        </p:nvSpPr>
        <p:spPr>
          <a:xfrm>
            <a:off x="231566" y="4868309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TW" b="1" dirty="0">
                <a:solidFill>
                  <a:schemeClr val="tx1"/>
                </a:solidFill>
              </a:rPr>
              <a:t>10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18" name="直線接點 17"/>
          <p:cNvCxnSpPr>
            <a:stCxn id="78" idx="3"/>
            <a:endCxn id="14" idx="0"/>
          </p:cNvCxnSpPr>
          <p:nvPr/>
        </p:nvCxnSpPr>
        <p:spPr>
          <a:xfrm flipH="1">
            <a:off x="663614" y="4014964"/>
            <a:ext cx="613973" cy="8533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78" idx="4"/>
            <a:endCxn id="61" idx="0"/>
          </p:cNvCxnSpPr>
          <p:nvPr/>
        </p:nvCxnSpPr>
        <p:spPr>
          <a:xfrm>
            <a:off x="1583091" y="4067685"/>
            <a:ext cx="557" cy="8015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橢圓 22"/>
          <p:cNvSpPr/>
          <p:nvPr/>
        </p:nvSpPr>
        <p:spPr>
          <a:xfrm>
            <a:off x="4177020" y="2394072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</a:rPr>
              <a:t>45  70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31" name="直線接點 30"/>
          <p:cNvCxnSpPr>
            <a:stCxn id="23" idx="3"/>
            <a:endCxn id="78" idx="0"/>
          </p:cNvCxnSpPr>
          <p:nvPr/>
        </p:nvCxnSpPr>
        <p:spPr>
          <a:xfrm flipH="1">
            <a:off x="1583091" y="2701351"/>
            <a:ext cx="2720473" cy="100633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向下箭號 36"/>
          <p:cNvSpPr/>
          <p:nvPr/>
        </p:nvSpPr>
        <p:spPr>
          <a:xfrm rot="10800000">
            <a:off x="4355956" y="2755525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向下箭號 37"/>
          <p:cNvSpPr/>
          <p:nvPr/>
        </p:nvSpPr>
        <p:spPr>
          <a:xfrm rot="10800000">
            <a:off x="1296121" y="4066794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向下箭號 38"/>
          <p:cNvSpPr/>
          <p:nvPr/>
        </p:nvSpPr>
        <p:spPr>
          <a:xfrm rot="10800000">
            <a:off x="1115616" y="5253685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1" name="直線接點 40"/>
          <p:cNvCxnSpPr>
            <a:stCxn id="14" idx="0"/>
            <a:endCxn id="14" idx="4"/>
          </p:cNvCxnSpPr>
          <p:nvPr/>
        </p:nvCxnSpPr>
        <p:spPr>
          <a:xfrm>
            <a:off x="663614" y="4868309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>
            <a:stCxn id="23" idx="0"/>
            <a:endCxn id="23" idx="4"/>
          </p:cNvCxnSpPr>
          <p:nvPr/>
        </p:nvCxnSpPr>
        <p:spPr>
          <a:xfrm>
            <a:off x="4609068" y="2394072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>
            <a:stCxn id="23" idx="4"/>
            <a:endCxn id="94" idx="0"/>
          </p:cNvCxnSpPr>
          <p:nvPr/>
        </p:nvCxnSpPr>
        <p:spPr>
          <a:xfrm flipH="1">
            <a:off x="4591954" y="2754072"/>
            <a:ext cx="17114" cy="95272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向下箭號 59"/>
          <p:cNvSpPr/>
          <p:nvPr/>
        </p:nvSpPr>
        <p:spPr>
          <a:xfrm>
            <a:off x="3967424" y="2727454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橢圓 60"/>
          <p:cNvSpPr/>
          <p:nvPr/>
        </p:nvSpPr>
        <p:spPr>
          <a:xfrm>
            <a:off x="1151600" y="4869200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</a:rPr>
              <a:t>20  25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62" name="直線接點 61"/>
          <p:cNvCxnSpPr>
            <a:stCxn id="61" idx="0"/>
            <a:endCxn id="61" idx="4"/>
          </p:cNvCxnSpPr>
          <p:nvPr/>
        </p:nvCxnSpPr>
        <p:spPr>
          <a:xfrm>
            <a:off x="1583648" y="4869200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/>
          <p:cNvCxnSpPr/>
          <p:nvPr/>
        </p:nvCxnSpPr>
        <p:spPr>
          <a:xfrm>
            <a:off x="2627784" y="4872820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橢圓 77"/>
          <p:cNvSpPr/>
          <p:nvPr/>
        </p:nvSpPr>
        <p:spPr>
          <a:xfrm>
            <a:off x="1151043" y="3707685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</a:rPr>
              <a:t>15  30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79" name="直線接點 78"/>
          <p:cNvCxnSpPr>
            <a:stCxn id="78" idx="0"/>
            <a:endCxn id="78" idx="4"/>
          </p:cNvCxnSpPr>
          <p:nvPr/>
        </p:nvCxnSpPr>
        <p:spPr>
          <a:xfrm>
            <a:off x="1583091" y="3707685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/>
          <p:nvPr/>
        </p:nvCxnSpPr>
        <p:spPr>
          <a:xfrm>
            <a:off x="6780581" y="2149612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>
            <a:off x="2497422" y="4868309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橢圓 86"/>
          <p:cNvSpPr/>
          <p:nvPr/>
        </p:nvSpPr>
        <p:spPr>
          <a:xfrm>
            <a:off x="3240429" y="4867418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TW" b="1" dirty="0">
                <a:solidFill>
                  <a:schemeClr val="tx1"/>
                </a:solidFill>
              </a:rPr>
              <a:t>50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88" name="直線接點 87"/>
          <p:cNvCxnSpPr>
            <a:stCxn id="94" idx="3"/>
            <a:endCxn id="87" idx="0"/>
          </p:cNvCxnSpPr>
          <p:nvPr/>
        </p:nvCxnSpPr>
        <p:spPr>
          <a:xfrm flipH="1">
            <a:off x="3672477" y="4014073"/>
            <a:ext cx="613973" cy="8533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接點 88"/>
          <p:cNvCxnSpPr>
            <a:stCxn id="94" idx="4"/>
          </p:cNvCxnSpPr>
          <p:nvPr/>
        </p:nvCxnSpPr>
        <p:spPr>
          <a:xfrm>
            <a:off x="4591954" y="4066794"/>
            <a:ext cx="557" cy="8015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接點 89"/>
          <p:cNvCxnSpPr>
            <a:stCxn id="87" idx="0"/>
            <a:endCxn id="87" idx="4"/>
          </p:cNvCxnSpPr>
          <p:nvPr/>
        </p:nvCxnSpPr>
        <p:spPr>
          <a:xfrm>
            <a:off x="3672477" y="4867418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橢圓 93"/>
          <p:cNvSpPr/>
          <p:nvPr/>
        </p:nvSpPr>
        <p:spPr>
          <a:xfrm>
            <a:off x="4159906" y="3706794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</a:rPr>
              <a:t>70  85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95" name="直線接點 94"/>
          <p:cNvCxnSpPr>
            <a:stCxn id="94" idx="0"/>
            <a:endCxn id="94" idx="4"/>
          </p:cNvCxnSpPr>
          <p:nvPr/>
        </p:nvCxnSpPr>
        <p:spPr>
          <a:xfrm>
            <a:off x="4591954" y="3706794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/>
          <p:cNvSpPr txBox="1"/>
          <p:nvPr/>
        </p:nvSpPr>
        <p:spPr>
          <a:xfrm>
            <a:off x="1921552" y="2356294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加入</a:t>
            </a:r>
            <a:r>
              <a:rPr lang="en-US" altLang="zh-TW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17</a:t>
            </a:r>
            <a:endParaRPr lang="zh-TW" altLang="en-US" sz="2000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97" name="向下箭號 96"/>
          <p:cNvSpPr/>
          <p:nvPr/>
        </p:nvSpPr>
        <p:spPr>
          <a:xfrm>
            <a:off x="1496568" y="4177577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68" name="群組 67"/>
          <p:cNvGrpSpPr/>
          <p:nvPr/>
        </p:nvGrpSpPr>
        <p:grpSpPr>
          <a:xfrm>
            <a:off x="4159349" y="3707657"/>
            <a:ext cx="864096" cy="360000"/>
            <a:chOff x="4160463" y="4868309"/>
            <a:chExt cx="864096" cy="360000"/>
          </a:xfrm>
        </p:grpSpPr>
        <p:sp>
          <p:nvSpPr>
            <p:cNvPr id="69" name="橢圓 68"/>
            <p:cNvSpPr/>
            <p:nvPr/>
          </p:nvSpPr>
          <p:spPr>
            <a:xfrm>
              <a:off x="4160463" y="4868309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55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70" name="直線接點 69"/>
            <p:cNvCxnSpPr>
              <a:stCxn id="69" idx="0"/>
              <a:endCxn id="69" idx="4"/>
            </p:cNvCxnSpPr>
            <p:nvPr/>
          </p:nvCxnSpPr>
          <p:spPr>
            <a:xfrm>
              <a:off x="4592511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群組 70"/>
          <p:cNvGrpSpPr/>
          <p:nvPr/>
        </p:nvGrpSpPr>
        <p:grpSpPr>
          <a:xfrm>
            <a:off x="7272456" y="3699300"/>
            <a:ext cx="864096" cy="360000"/>
            <a:chOff x="4160463" y="4868309"/>
            <a:chExt cx="864096" cy="360000"/>
          </a:xfrm>
        </p:grpSpPr>
        <p:sp>
          <p:nvSpPr>
            <p:cNvPr id="72" name="橢圓 71"/>
            <p:cNvSpPr/>
            <p:nvPr/>
          </p:nvSpPr>
          <p:spPr>
            <a:xfrm>
              <a:off x="4160463" y="4868309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85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73" name="直線接點 72"/>
            <p:cNvCxnSpPr>
              <a:stCxn id="72" idx="0"/>
              <a:endCxn id="72" idx="4"/>
            </p:cNvCxnSpPr>
            <p:nvPr/>
          </p:nvCxnSpPr>
          <p:spPr>
            <a:xfrm>
              <a:off x="4592511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群組 76"/>
          <p:cNvGrpSpPr/>
          <p:nvPr/>
        </p:nvGrpSpPr>
        <p:grpSpPr>
          <a:xfrm>
            <a:off x="4158818" y="4866527"/>
            <a:ext cx="864096" cy="360000"/>
            <a:chOff x="4160463" y="4868309"/>
            <a:chExt cx="864096" cy="360000"/>
          </a:xfrm>
        </p:grpSpPr>
        <p:sp>
          <p:nvSpPr>
            <p:cNvPr id="80" name="橢圓 79"/>
            <p:cNvSpPr/>
            <p:nvPr/>
          </p:nvSpPr>
          <p:spPr>
            <a:xfrm>
              <a:off x="4160463" y="4868309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60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82" name="直線接點 81"/>
            <p:cNvCxnSpPr>
              <a:stCxn id="80" idx="0"/>
              <a:endCxn id="80" idx="4"/>
            </p:cNvCxnSpPr>
            <p:nvPr/>
          </p:nvCxnSpPr>
          <p:spPr>
            <a:xfrm>
              <a:off x="4592511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群組 82"/>
          <p:cNvGrpSpPr/>
          <p:nvPr/>
        </p:nvGrpSpPr>
        <p:grpSpPr>
          <a:xfrm>
            <a:off x="6346892" y="4866527"/>
            <a:ext cx="864096" cy="360000"/>
            <a:chOff x="4160463" y="4868309"/>
            <a:chExt cx="864096" cy="360000"/>
          </a:xfrm>
        </p:grpSpPr>
        <p:sp>
          <p:nvSpPr>
            <p:cNvPr id="84" name="橢圓 83"/>
            <p:cNvSpPr/>
            <p:nvPr/>
          </p:nvSpPr>
          <p:spPr>
            <a:xfrm>
              <a:off x="4160463" y="4868309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80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85" name="直線接點 84"/>
            <p:cNvCxnSpPr>
              <a:stCxn id="84" idx="0"/>
              <a:endCxn id="84" idx="4"/>
            </p:cNvCxnSpPr>
            <p:nvPr/>
          </p:nvCxnSpPr>
          <p:spPr>
            <a:xfrm>
              <a:off x="4592511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群組 85"/>
          <p:cNvGrpSpPr/>
          <p:nvPr/>
        </p:nvGrpSpPr>
        <p:grpSpPr>
          <a:xfrm>
            <a:off x="7272456" y="4875151"/>
            <a:ext cx="864096" cy="360000"/>
            <a:chOff x="4160463" y="4868309"/>
            <a:chExt cx="864096" cy="360000"/>
          </a:xfrm>
        </p:grpSpPr>
        <p:sp>
          <p:nvSpPr>
            <p:cNvPr id="93" name="橢圓 92"/>
            <p:cNvSpPr/>
            <p:nvPr/>
          </p:nvSpPr>
          <p:spPr>
            <a:xfrm>
              <a:off x="4160463" y="4868309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90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96" name="直線接點 95"/>
            <p:cNvCxnSpPr>
              <a:stCxn id="93" idx="0"/>
              <a:endCxn id="93" idx="4"/>
            </p:cNvCxnSpPr>
            <p:nvPr/>
          </p:nvCxnSpPr>
          <p:spPr>
            <a:xfrm>
              <a:off x="4592511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8" name="直線接點 97"/>
          <p:cNvCxnSpPr>
            <a:stCxn id="23" idx="5"/>
            <a:endCxn id="72" idx="0"/>
          </p:cNvCxnSpPr>
          <p:nvPr/>
        </p:nvCxnSpPr>
        <p:spPr>
          <a:xfrm>
            <a:off x="4914572" y="2701351"/>
            <a:ext cx="2789932" cy="99794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接點 100"/>
          <p:cNvCxnSpPr>
            <a:stCxn id="72" idx="3"/>
            <a:endCxn id="84" idx="0"/>
          </p:cNvCxnSpPr>
          <p:nvPr/>
        </p:nvCxnSpPr>
        <p:spPr>
          <a:xfrm flipH="1">
            <a:off x="6778940" y="4006579"/>
            <a:ext cx="620060" cy="85994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接點 101"/>
          <p:cNvCxnSpPr>
            <a:stCxn id="72" idx="4"/>
            <a:endCxn id="93" idx="0"/>
          </p:cNvCxnSpPr>
          <p:nvPr/>
        </p:nvCxnSpPr>
        <p:spPr>
          <a:xfrm>
            <a:off x="7704504" y="4059300"/>
            <a:ext cx="0" cy="8158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橢圓 58"/>
          <p:cNvSpPr/>
          <p:nvPr/>
        </p:nvSpPr>
        <p:spPr>
          <a:xfrm>
            <a:off x="2077163" y="4866527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TW" b="1" dirty="0">
                <a:solidFill>
                  <a:schemeClr val="tx1"/>
                </a:solidFill>
              </a:rPr>
              <a:t>40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63" name="直線接點 62"/>
          <p:cNvCxnSpPr>
            <a:stCxn id="59" idx="0"/>
            <a:endCxn id="59" idx="4"/>
          </p:cNvCxnSpPr>
          <p:nvPr/>
        </p:nvCxnSpPr>
        <p:spPr>
          <a:xfrm>
            <a:off x="2509211" y="4866527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/>
          <p:cNvCxnSpPr>
            <a:stCxn id="78" idx="5"/>
            <a:endCxn id="59" idx="0"/>
          </p:cNvCxnSpPr>
          <p:nvPr/>
        </p:nvCxnSpPr>
        <p:spPr>
          <a:xfrm>
            <a:off x="1888595" y="4014964"/>
            <a:ext cx="620616" cy="85156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群組 55"/>
          <p:cNvGrpSpPr/>
          <p:nvPr/>
        </p:nvGrpSpPr>
        <p:grpSpPr>
          <a:xfrm>
            <a:off x="1687826" y="5793838"/>
            <a:ext cx="1296144" cy="367733"/>
            <a:chOff x="6228184" y="4869160"/>
            <a:chExt cx="1296144" cy="367733"/>
          </a:xfrm>
        </p:grpSpPr>
        <p:sp>
          <p:nvSpPr>
            <p:cNvPr id="58" name="橢圓 57"/>
            <p:cNvSpPr/>
            <p:nvPr/>
          </p:nvSpPr>
          <p:spPr>
            <a:xfrm>
              <a:off x="6228184" y="4876893"/>
              <a:ext cx="1296144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b="1" dirty="0">
                  <a:solidFill>
                    <a:schemeClr val="tx1"/>
                  </a:solidFill>
                </a:rPr>
                <a:t>17</a:t>
              </a:r>
              <a:r>
                <a:rPr lang="zh-TW" altLang="en-US" b="1" dirty="0">
                  <a:solidFill>
                    <a:schemeClr val="tx1"/>
                  </a:solidFill>
                </a:rPr>
                <a:t>  </a:t>
              </a:r>
              <a:r>
                <a:rPr lang="en-US" altLang="zh-TW" b="1" dirty="0">
                  <a:solidFill>
                    <a:schemeClr val="tx1"/>
                  </a:solidFill>
                </a:rPr>
                <a:t>20  25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65" name="直線接點 64"/>
            <p:cNvCxnSpPr/>
            <p:nvPr/>
          </p:nvCxnSpPr>
          <p:spPr>
            <a:xfrm>
              <a:off x="6697300" y="487689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線接點 73"/>
            <p:cNvCxnSpPr/>
            <p:nvPr/>
          </p:nvCxnSpPr>
          <p:spPr>
            <a:xfrm>
              <a:off x="7044984" y="486916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群組 74"/>
          <p:cNvGrpSpPr/>
          <p:nvPr/>
        </p:nvGrpSpPr>
        <p:grpSpPr>
          <a:xfrm>
            <a:off x="2149700" y="5617766"/>
            <a:ext cx="360040" cy="542218"/>
            <a:chOff x="6690058" y="4693088"/>
            <a:chExt cx="360040" cy="542218"/>
          </a:xfrm>
        </p:grpSpPr>
        <p:sp>
          <p:nvSpPr>
            <p:cNvPr id="76" name="橢圓 75"/>
            <p:cNvSpPr/>
            <p:nvPr/>
          </p:nvSpPr>
          <p:spPr>
            <a:xfrm>
              <a:off x="6690058" y="4875306"/>
              <a:ext cx="360040" cy="36000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1" name="向下箭號 90"/>
            <p:cNvSpPr/>
            <p:nvPr/>
          </p:nvSpPr>
          <p:spPr>
            <a:xfrm rot="10800000">
              <a:off x="6787435" y="4693088"/>
              <a:ext cx="172528" cy="176040"/>
            </a:xfrm>
            <a:prstGeom prst="downArrow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92" name="群組 91"/>
          <p:cNvGrpSpPr/>
          <p:nvPr/>
        </p:nvGrpSpPr>
        <p:grpSpPr>
          <a:xfrm>
            <a:off x="2145257" y="3698045"/>
            <a:ext cx="1296144" cy="367733"/>
            <a:chOff x="6228184" y="4869160"/>
            <a:chExt cx="1296144" cy="367733"/>
          </a:xfrm>
        </p:grpSpPr>
        <p:sp>
          <p:nvSpPr>
            <p:cNvPr id="99" name="橢圓 98"/>
            <p:cNvSpPr/>
            <p:nvPr/>
          </p:nvSpPr>
          <p:spPr>
            <a:xfrm>
              <a:off x="6228184" y="4876893"/>
              <a:ext cx="1296144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b="1" dirty="0">
                  <a:solidFill>
                    <a:schemeClr val="tx1"/>
                  </a:solidFill>
                </a:rPr>
                <a:t>15</a:t>
              </a:r>
              <a:r>
                <a:rPr lang="zh-TW" altLang="en-US" b="1" dirty="0">
                  <a:solidFill>
                    <a:schemeClr val="tx1"/>
                  </a:solidFill>
                </a:rPr>
                <a:t>  </a:t>
              </a:r>
              <a:r>
                <a:rPr lang="en-US" altLang="zh-TW" b="1" dirty="0">
                  <a:solidFill>
                    <a:schemeClr val="tx1"/>
                  </a:solidFill>
                </a:rPr>
                <a:t>20  30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100" name="直線接點 99"/>
            <p:cNvCxnSpPr/>
            <p:nvPr/>
          </p:nvCxnSpPr>
          <p:spPr>
            <a:xfrm>
              <a:off x="6697300" y="487689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線接點 102"/>
            <p:cNvCxnSpPr/>
            <p:nvPr/>
          </p:nvCxnSpPr>
          <p:spPr>
            <a:xfrm>
              <a:off x="7044984" y="486916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" name="群組 103"/>
          <p:cNvGrpSpPr/>
          <p:nvPr/>
        </p:nvGrpSpPr>
        <p:grpSpPr>
          <a:xfrm>
            <a:off x="2607131" y="3521973"/>
            <a:ext cx="360040" cy="542218"/>
            <a:chOff x="6690058" y="4693088"/>
            <a:chExt cx="360040" cy="542218"/>
          </a:xfrm>
        </p:grpSpPr>
        <p:sp>
          <p:nvSpPr>
            <p:cNvPr id="105" name="橢圓 104"/>
            <p:cNvSpPr/>
            <p:nvPr/>
          </p:nvSpPr>
          <p:spPr>
            <a:xfrm>
              <a:off x="6690058" y="4875306"/>
              <a:ext cx="360040" cy="36000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6" name="向下箭號 105"/>
            <p:cNvSpPr/>
            <p:nvPr/>
          </p:nvSpPr>
          <p:spPr>
            <a:xfrm rot="10800000">
              <a:off x="6787435" y="4693088"/>
              <a:ext cx="172528" cy="176040"/>
            </a:xfrm>
            <a:prstGeom prst="downArrow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11" name="群組 110"/>
          <p:cNvGrpSpPr/>
          <p:nvPr/>
        </p:nvGrpSpPr>
        <p:grpSpPr>
          <a:xfrm>
            <a:off x="5191085" y="2387926"/>
            <a:ext cx="1296144" cy="367733"/>
            <a:chOff x="6228184" y="4869160"/>
            <a:chExt cx="1296144" cy="367733"/>
          </a:xfrm>
        </p:grpSpPr>
        <p:sp>
          <p:nvSpPr>
            <p:cNvPr id="112" name="橢圓 111"/>
            <p:cNvSpPr/>
            <p:nvPr/>
          </p:nvSpPr>
          <p:spPr>
            <a:xfrm>
              <a:off x="6228184" y="4876893"/>
              <a:ext cx="1296144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b="1" dirty="0">
                  <a:solidFill>
                    <a:schemeClr val="tx1"/>
                  </a:solidFill>
                </a:rPr>
                <a:t>20</a:t>
              </a:r>
              <a:r>
                <a:rPr lang="zh-TW" altLang="en-US" b="1" dirty="0">
                  <a:solidFill>
                    <a:schemeClr val="tx1"/>
                  </a:solidFill>
                </a:rPr>
                <a:t>  </a:t>
              </a:r>
              <a:r>
                <a:rPr lang="en-US" altLang="zh-TW" b="1" dirty="0">
                  <a:solidFill>
                    <a:schemeClr val="tx1"/>
                  </a:solidFill>
                </a:rPr>
                <a:t>45  70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113" name="直線接點 112"/>
            <p:cNvCxnSpPr/>
            <p:nvPr/>
          </p:nvCxnSpPr>
          <p:spPr>
            <a:xfrm>
              <a:off x="6697300" y="487689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線接點 113"/>
            <p:cNvCxnSpPr/>
            <p:nvPr/>
          </p:nvCxnSpPr>
          <p:spPr>
            <a:xfrm>
              <a:off x="7044984" y="486916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5" name="群組 114"/>
          <p:cNvGrpSpPr/>
          <p:nvPr/>
        </p:nvGrpSpPr>
        <p:grpSpPr>
          <a:xfrm>
            <a:off x="5652959" y="2211854"/>
            <a:ext cx="360040" cy="542218"/>
            <a:chOff x="6690058" y="4693088"/>
            <a:chExt cx="360040" cy="542218"/>
          </a:xfrm>
        </p:grpSpPr>
        <p:sp>
          <p:nvSpPr>
            <p:cNvPr id="116" name="橢圓 115"/>
            <p:cNvSpPr/>
            <p:nvPr/>
          </p:nvSpPr>
          <p:spPr>
            <a:xfrm>
              <a:off x="6690058" y="4875306"/>
              <a:ext cx="360040" cy="36000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7" name="向下箭號 116"/>
            <p:cNvSpPr/>
            <p:nvPr/>
          </p:nvSpPr>
          <p:spPr>
            <a:xfrm rot="10800000">
              <a:off x="6787435" y="4693088"/>
              <a:ext cx="172528" cy="176040"/>
            </a:xfrm>
            <a:prstGeom prst="downArrow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73898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7" grpId="1" animBg="1"/>
      <p:bldP spid="38" grpId="0" animBg="1"/>
      <p:bldP spid="38" grpId="1" animBg="1"/>
      <p:bldP spid="39" grpId="0" animBg="1"/>
      <p:bldP spid="60" grpId="0" animBg="1"/>
      <p:bldP spid="15" grpId="0"/>
      <p:bldP spid="9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2-3 Tree</a:t>
            </a:r>
            <a:r>
              <a:rPr lang="zh-TW" altLang="en-US" dirty="0"/>
              <a:t> 的刪除 </a:t>
            </a:r>
            <a:r>
              <a:rPr lang="en-US" altLang="zh-TW" dirty="0"/>
              <a:t>(1/10)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狀況一：刪除的節點是樹葉節點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2026/05/13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11</a:t>
            </a:fld>
            <a:endParaRPr lang="en-US" altLang="zh-TW" dirty="0"/>
          </a:p>
        </p:txBody>
      </p:sp>
      <p:cxnSp>
        <p:nvCxnSpPr>
          <p:cNvPr id="8" name="直線接點 7"/>
          <p:cNvCxnSpPr>
            <a:stCxn id="22" idx="3"/>
            <a:endCxn id="7" idx="0"/>
          </p:cNvCxnSpPr>
          <p:nvPr/>
        </p:nvCxnSpPr>
        <p:spPr>
          <a:xfrm flipH="1">
            <a:off x="663614" y="4014964"/>
            <a:ext cx="613973" cy="8533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>
            <a:stCxn id="22" idx="4"/>
            <a:endCxn id="19" idx="0"/>
          </p:cNvCxnSpPr>
          <p:nvPr/>
        </p:nvCxnSpPr>
        <p:spPr>
          <a:xfrm>
            <a:off x="1583091" y="4067685"/>
            <a:ext cx="557" cy="8015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橢圓 9"/>
          <p:cNvSpPr/>
          <p:nvPr/>
        </p:nvSpPr>
        <p:spPr>
          <a:xfrm>
            <a:off x="4177020" y="2394072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TW" b="1" dirty="0">
                <a:solidFill>
                  <a:schemeClr val="tx1"/>
                </a:solidFill>
              </a:rPr>
              <a:t>60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11" name="直線接點 10"/>
          <p:cNvCxnSpPr>
            <a:stCxn id="10" idx="3"/>
            <a:endCxn id="22" idx="0"/>
          </p:cNvCxnSpPr>
          <p:nvPr/>
        </p:nvCxnSpPr>
        <p:spPr>
          <a:xfrm flipH="1">
            <a:off x="1583091" y="2701351"/>
            <a:ext cx="2720473" cy="100633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向下箭號 11"/>
          <p:cNvSpPr/>
          <p:nvPr/>
        </p:nvSpPr>
        <p:spPr>
          <a:xfrm rot="10800000">
            <a:off x="4355956" y="2755525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向下箭號 12"/>
          <p:cNvSpPr/>
          <p:nvPr/>
        </p:nvSpPr>
        <p:spPr>
          <a:xfrm rot="10800000">
            <a:off x="1296121" y="4066794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向下箭號 13"/>
          <p:cNvSpPr/>
          <p:nvPr/>
        </p:nvSpPr>
        <p:spPr>
          <a:xfrm rot="10800000">
            <a:off x="391735" y="5253685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70" name="群組 69"/>
          <p:cNvGrpSpPr/>
          <p:nvPr/>
        </p:nvGrpSpPr>
        <p:grpSpPr>
          <a:xfrm>
            <a:off x="231566" y="4868309"/>
            <a:ext cx="864096" cy="360000"/>
            <a:chOff x="231566" y="4868309"/>
            <a:chExt cx="864096" cy="360000"/>
          </a:xfrm>
        </p:grpSpPr>
        <p:sp>
          <p:nvSpPr>
            <p:cNvPr id="7" name="橢圓 6"/>
            <p:cNvSpPr/>
            <p:nvPr/>
          </p:nvSpPr>
          <p:spPr>
            <a:xfrm>
              <a:off x="231566" y="4868309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b="1" dirty="0">
                  <a:solidFill>
                    <a:schemeClr val="tx1"/>
                  </a:solidFill>
                </a:rPr>
                <a:t>10  15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15" name="直線接點 14"/>
            <p:cNvCxnSpPr>
              <a:stCxn id="7" idx="0"/>
              <a:endCxn id="7" idx="4"/>
            </p:cNvCxnSpPr>
            <p:nvPr/>
          </p:nvCxnSpPr>
          <p:spPr>
            <a:xfrm>
              <a:off x="663614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直線接點 15"/>
          <p:cNvCxnSpPr>
            <a:stCxn id="10" idx="0"/>
            <a:endCxn id="10" idx="4"/>
          </p:cNvCxnSpPr>
          <p:nvPr/>
        </p:nvCxnSpPr>
        <p:spPr>
          <a:xfrm>
            <a:off x="4609068" y="2394072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>
            <a:stCxn id="10" idx="4"/>
            <a:endCxn id="30" idx="0"/>
          </p:cNvCxnSpPr>
          <p:nvPr/>
        </p:nvCxnSpPr>
        <p:spPr>
          <a:xfrm flipH="1">
            <a:off x="4591954" y="2754072"/>
            <a:ext cx="17114" cy="95272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向下箭號 17"/>
          <p:cNvSpPr/>
          <p:nvPr/>
        </p:nvSpPr>
        <p:spPr>
          <a:xfrm>
            <a:off x="3967424" y="2727454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/>
          <p:cNvSpPr/>
          <p:nvPr/>
        </p:nvSpPr>
        <p:spPr>
          <a:xfrm>
            <a:off x="1151600" y="4869200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TW" b="1" dirty="0">
                <a:solidFill>
                  <a:schemeClr val="tx1"/>
                </a:solidFill>
              </a:rPr>
              <a:t>50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20" name="直線接點 19"/>
          <p:cNvCxnSpPr>
            <a:stCxn id="19" idx="0"/>
            <a:endCxn id="19" idx="4"/>
          </p:cNvCxnSpPr>
          <p:nvPr/>
        </p:nvCxnSpPr>
        <p:spPr>
          <a:xfrm>
            <a:off x="1583648" y="4869200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>
            <a:off x="2627784" y="4872820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/>
          <p:cNvSpPr/>
          <p:nvPr/>
        </p:nvSpPr>
        <p:spPr>
          <a:xfrm>
            <a:off x="1151043" y="3707685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TW" b="1" dirty="0">
                <a:solidFill>
                  <a:schemeClr val="tx1"/>
                </a:solidFill>
              </a:rPr>
              <a:t>35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23" name="直線接點 22"/>
          <p:cNvCxnSpPr>
            <a:stCxn id="22" idx="0"/>
            <a:endCxn id="22" idx="4"/>
          </p:cNvCxnSpPr>
          <p:nvPr/>
        </p:nvCxnSpPr>
        <p:spPr>
          <a:xfrm>
            <a:off x="1583091" y="3707685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6780581" y="2149612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/>
          <p:nvPr/>
        </p:nvCxnSpPr>
        <p:spPr>
          <a:xfrm>
            <a:off x="2497422" y="4868309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橢圓 25"/>
          <p:cNvSpPr/>
          <p:nvPr/>
        </p:nvSpPr>
        <p:spPr>
          <a:xfrm>
            <a:off x="3240429" y="4867418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</a:rPr>
              <a:t>70  75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27" name="直線接點 26"/>
          <p:cNvCxnSpPr>
            <a:stCxn id="30" idx="3"/>
            <a:endCxn id="26" idx="0"/>
          </p:cNvCxnSpPr>
          <p:nvPr/>
        </p:nvCxnSpPr>
        <p:spPr>
          <a:xfrm flipH="1">
            <a:off x="3672477" y="4014073"/>
            <a:ext cx="613973" cy="8533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>
            <a:stCxn id="30" idx="4"/>
          </p:cNvCxnSpPr>
          <p:nvPr/>
        </p:nvCxnSpPr>
        <p:spPr>
          <a:xfrm>
            <a:off x="4591954" y="4066794"/>
            <a:ext cx="557" cy="8015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/>
          <p:cNvCxnSpPr>
            <a:stCxn id="26" idx="0"/>
            <a:endCxn id="26" idx="4"/>
          </p:cNvCxnSpPr>
          <p:nvPr/>
        </p:nvCxnSpPr>
        <p:spPr>
          <a:xfrm>
            <a:off x="3672477" y="4867418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橢圓 29"/>
          <p:cNvSpPr/>
          <p:nvPr/>
        </p:nvSpPr>
        <p:spPr>
          <a:xfrm>
            <a:off x="4159906" y="3706794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</a:rPr>
              <a:t>70  85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31" name="直線接點 30"/>
          <p:cNvCxnSpPr>
            <a:stCxn id="30" idx="0"/>
            <a:endCxn id="30" idx="4"/>
          </p:cNvCxnSpPr>
          <p:nvPr/>
        </p:nvCxnSpPr>
        <p:spPr>
          <a:xfrm>
            <a:off x="4591954" y="3706794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/>
          <p:cNvSpPr txBox="1"/>
          <p:nvPr/>
        </p:nvSpPr>
        <p:spPr>
          <a:xfrm>
            <a:off x="1921552" y="2356294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刪除</a:t>
            </a:r>
            <a:r>
              <a:rPr lang="en-US" altLang="zh-TW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10</a:t>
            </a:r>
            <a:endParaRPr lang="zh-TW" altLang="en-US" sz="2000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33" name="向下箭號 32"/>
          <p:cNvSpPr/>
          <p:nvPr/>
        </p:nvSpPr>
        <p:spPr>
          <a:xfrm>
            <a:off x="1002490" y="4177577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34" name="群組 33"/>
          <p:cNvGrpSpPr/>
          <p:nvPr/>
        </p:nvGrpSpPr>
        <p:grpSpPr>
          <a:xfrm>
            <a:off x="4159349" y="3707657"/>
            <a:ext cx="864096" cy="360000"/>
            <a:chOff x="4160463" y="4868309"/>
            <a:chExt cx="864096" cy="360000"/>
          </a:xfrm>
        </p:grpSpPr>
        <p:sp>
          <p:nvSpPr>
            <p:cNvPr id="35" name="橢圓 34"/>
            <p:cNvSpPr/>
            <p:nvPr/>
          </p:nvSpPr>
          <p:spPr>
            <a:xfrm>
              <a:off x="4160463" y="4868309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b="1" dirty="0">
                  <a:solidFill>
                    <a:schemeClr val="tx1"/>
                  </a:solidFill>
                </a:rPr>
                <a:t>80  90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36" name="直線接點 35"/>
            <p:cNvCxnSpPr>
              <a:stCxn id="35" idx="0"/>
              <a:endCxn id="35" idx="4"/>
            </p:cNvCxnSpPr>
            <p:nvPr/>
          </p:nvCxnSpPr>
          <p:spPr>
            <a:xfrm>
              <a:off x="4592511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群組 39"/>
          <p:cNvGrpSpPr/>
          <p:nvPr/>
        </p:nvGrpSpPr>
        <p:grpSpPr>
          <a:xfrm>
            <a:off x="4158818" y="4866527"/>
            <a:ext cx="864096" cy="360000"/>
            <a:chOff x="4160463" y="4868309"/>
            <a:chExt cx="864096" cy="360000"/>
          </a:xfrm>
        </p:grpSpPr>
        <p:sp>
          <p:nvSpPr>
            <p:cNvPr id="41" name="橢圓 40"/>
            <p:cNvSpPr/>
            <p:nvPr/>
          </p:nvSpPr>
          <p:spPr>
            <a:xfrm>
              <a:off x="4160463" y="4868309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85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42" name="直線接點 41"/>
            <p:cNvCxnSpPr>
              <a:stCxn id="41" idx="0"/>
              <a:endCxn id="41" idx="4"/>
            </p:cNvCxnSpPr>
            <p:nvPr/>
          </p:nvCxnSpPr>
          <p:spPr>
            <a:xfrm>
              <a:off x="4592511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群組 42"/>
          <p:cNvGrpSpPr/>
          <p:nvPr/>
        </p:nvGrpSpPr>
        <p:grpSpPr>
          <a:xfrm>
            <a:off x="5079135" y="4866527"/>
            <a:ext cx="864096" cy="360000"/>
            <a:chOff x="4160463" y="4868309"/>
            <a:chExt cx="864096" cy="360000"/>
          </a:xfrm>
        </p:grpSpPr>
        <p:sp>
          <p:nvSpPr>
            <p:cNvPr id="44" name="橢圓 43"/>
            <p:cNvSpPr/>
            <p:nvPr/>
          </p:nvSpPr>
          <p:spPr>
            <a:xfrm>
              <a:off x="4160463" y="4868309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b="1" dirty="0">
                  <a:solidFill>
                    <a:schemeClr val="tx1"/>
                  </a:solidFill>
                </a:rPr>
                <a:t>95  96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45" name="直線接點 44"/>
            <p:cNvCxnSpPr>
              <a:stCxn id="44" idx="0"/>
              <a:endCxn id="44" idx="4"/>
            </p:cNvCxnSpPr>
            <p:nvPr/>
          </p:nvCxnSpPr>
          <p:spPr>
            <a:xfrm>
              <a:off x="4592511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0" name="直線接點 49"/>
          <p:cNvCxnSpPr>
            <a:stCxn id="35" idx="5"/>
            <a:endCxn id="44" idx="0"/>
          </p:cNvCxnSpPr>
          <p:nvPr/>
        </p:nvCxnSpPr>
        <p:spPr>
          <a:xfrm>
            <a:off x="4896901" y="4014936"/>
            <a:ext cx="614282" cy="8515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2509211" y="4866527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群組 70"/>
          <p:cNvGrpSpPr/>
          <p:nvPr/>
        </p:nvGrpSpPr>
        <p:grpSpPr>
          <a:xfrm>
            <a:off x="237269" y="4869850"/>
            <a:ext cx="864096" cy="360000"/>
            <a:chOff x="231566" y="4868309"/>
            <a:chExt cx="864096" cy="360000"/>
          </a:xfrm>
        </p:grpSpPr>
        <p:sp>
          <p:nvSpPr>
            <p:cNvPr id="72" name="橢圓 71"/>
            <p:cNvSpPr/>
            <p:nvPr/>
          </p:nvSpPr>
          <p:spPr>
            <a:xfrm>
              <a:off x="231566" y="4868309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15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73" name="直線接點 72"/>
            <p:cNvCxnSpPr>
              <a:stCxn id="72" idx="0"/>
              <a:endCxn id="72" idx="4"/>
            </p:cNvCxnSpPr>
            <p:nvPr/>
          </p:nvCxnSpPr>
          <p:spPr>
            <a:xfrm>
              <a:off x="663614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33584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3" grpId="0" animBg="1"/>
      <p:bldP spid="13" grpId="1" animBg="1"/>
      <p:bldP spid="14" grpId="0" animBg="1"/>
      <p:bldP spid="18" grpId="0" animBg="1"/>
      <p:bldP spid="32" grpId="0"/>
      <p:bldP spid="3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2-3 Tree</a:t>
            </a:r>
            <a:r>
              <a:rPr lang="zh-TW" altLang="en-US" dirty="0"/>
              <a:t> 的刪除 </a:t>
            </a:r>
            <a:r>
              <a:rPr lang="en-US" altLang="zh-TW" dirty="0"/>
              <a:t>(2/10)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狀況一：刪除的節點是樹葉節點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2026/05/13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12</a:t>
            </a:fld>
            <a:endParaRPr lang="en-US" altLang="zh-TW" dirty="0"/>
          </a:p>
        </p:txBody>
      </p:sp>
      <p:cxnSp>
        <p:nvCxnSpPr>
          <p:cNvPr id="8" name="直線接點 7"/>
          <p:cNvCxnSpPr>
            <a:stCxn id="22" idx="3"/>
            <a:endCxn id="7" idx="0"/>
          </p:cNvCxnSpPr>
          <p:nvPr/>
        </p:nvCxnSpPr>
        <p:spPr>
          <a:xfrm flipH="1">
            <a:off x="663614" y="4014964"/>
            <a:ext cx="613973" cy="8533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>
            <a:stCxn id="22" idx="4"/>
            <a:endCxn id="19" idx="0"/>
          </p:cNvCxnSpPr>
          <p:nvPr/>
        </p:nvCxnSpPr>
        <p:spPr>
          <a:xfrm>
            <a:off x="1583091" y="4067685"/>
            <a:ext cx="557" cy="8015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橢圓 9"/>
          <p:cNvSpPr/>
          <p:nvPr/>
        </p:nvSpPr>
        <p:spPr>
          <a:xfrm>
            <a:off x="4177020" y="2394072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TW" b="1" dirty="0">
                <a:solidFill>
                  <a:schemeClr val="tx1"/>
                </a:solidFill>
              </a:rPr>
              <a:t>60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11" name="直線接點 10"/>
          <p:cNvCxnSpPr>
            <a:stCxn id="10" idx="3"/>
            <a:endCxn id="22" idx="0"/>
          </p:cNvCxnSpPr>
          <p:nvPr/>
        </p:nvCxnSpPr>
        <p:spPr>
          <a:xfrm flipH="1">
            <a:off x="1583091" y="2701351"/>
            <a:ext cx="2720473" cy="100633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向下箭號 11"/>
          <p:cNvSpPr/>
          <p:nvPr/>
        </p:nvSpPr>
        <p:spPr>
          <a:xfrm rot="10800000">
            <a:off x="4355956" y="2755525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向下箭號 12"/>
          <p:cNvSpPr/>
          <p:nvPr/>
        </p:nvSpPr>
        <p:spPr>
          <a:xfrm rot="10800000">
            <a:off x="4322899" y="4066794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向下箭號 13"/>
          <p:cNvSpPr/>
          <p:nvPr/>
        </p:nvSpPr>
        <p:spPr>
          <a:xfrm rot="10800000">
            <a:off x="4322898" y="5264267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70" name="群組 69"/>
          <p:cNvGrpSpPr/>
          <p:nvPr/>
        </p:nvGrpSpPr>
        <p:grpSpPr>
          <a:xfrm>
            <a:off x="231566" y="4868309"/>
            <a:ext cx="864096" cy="360000"/>
            <a:chOff x="231566" y="4868309"/>
            <a:chExt cx="864096" cy="360000"/>
          </a:xfrm>
        </p:grpSpPr>
        <p:sp>
          <p:nvSpPr>
            <p:cNvPr id="7" name="橢圓 6"/>
            <p:cNvSpPr/>
            <p:nvPr/>
          </p:nvSpPr>
          <p:spPr>
            <a:xfrm>
              <a:off x="231566" y="4868309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b="1" dirty="0">
                  <a:solidFill>
                    <a:schemeClr val="tx1"/>
                  </a:solidFill>
                </a:rPr>
                <a:t>10  15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15" name="直線接點 14"/>
            <p:cNvCxnSpPr>
              <a:stCxn id="7" idx="0"/>
              <a:endCxn id="7" idx="4"/>
            </p:cNvCxnSpPr>
            <p:nvPr/>
          </p:nvCxnSpPr>
          <p:spPr>
            <a:xfrm>
              <a:off x="663614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直線接點 15"/>
          <p:cNvCxnSpPr>
            <a:stCxn id="10" idx="0"/>
            <a:endCxn id="10" idx="4"/>
          </p:cNvCxnSpPr>
          <p:nvPr/>
        </p:nvCxnSpPr>
        <p:spPr>
          <a:xfrm>
            <a:off x="4609068" y="2394072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>
            <a:stCxn id="10" idx="4"/>
            <a:endCxn id="30" idx="0"/>
          </p:cNvCxnSpPr>
          <p:nvPr/>
        </p:nvCxnSpPr>
        <p:spPr>
          <a:xfrm flipH="1">
            <a:off x="4591954" y="2754072"/>
            <a:ext cx="17114" cy="95272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向下箭號 17"/>
          <p:cNvSpPr/>
          <p:nvPr/>
        </p:nvSpPr>
        <p:spPr>
          <a:xfrm>
            <a:off x="4522306" y="2907061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/>
          <p:cNvSpPr/>
          <p:nvPr/>
        </p:nvSpPr>
        <p:spPr>
          <a:xfrm>
            <a:off x="1151600" y="4869200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TW" b="1" dirty="0">
                <a:solidFill>
                  <a:schemeClr val="tx1"/>
                </a:solidFill>
              </a:rPr>
              <a:t>50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20" name="直線接點 19"/>
          <p:cNvCxnSpPr>
            <a:stCxn id="19" idx="0"/>
            <a:endCxn id="19" idx="4"/>
          </p:cNvCxnSpPr>
          <p:nvPr/>
        </p:nvCxnSpPr>
        <p:spPr>
          <a:xfrm>
            <a:off x="1583648" y="4869200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>
            <a:off x="2627784" y="4872820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/>
          <p:cNvSpPr/>
          <p:nvPr/>
        </p:nvSpPr>
        <p:spPr>
          <a:xfrm>
            <a:off x="1151043" y="3707685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TW" b="1" dirty="0">
                <a:solidFill>
                  <a:schemeClr val="tx1"/>
                </a:solidFill>
              </a:rPr>
              <a:t>35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23" name="直線接點 22"/>
          <p:cNvCxnSpPr>
            <a:stCxn id="22" idx="0"/>
            <a:endCxn id="22" idx="4"/>
          </p:cNvCxnSpPr>
          <p:nvPr/>
        </p:nvCxnSpPr>
        <p:spPr>
          <a:xfrm>
            <a:off x="1583091" y="3707685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6780581" y="2149612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/>
          <p:nvPr/>
        </p:nvCxnSpPr>
        <p:spPr>
          <a:xfrm>
            <a:off x="2497422" y="4868309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橢圓 25"/>
          <p:cNvSpPr/>
          <p:nvPr/>
        </p:nvSpPr>
        <p:spPr>
          <a:xfrm>
            <a:off x="3240429" y="4867418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</a:rPr>
              <a:t>70  75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27" name="直線接點 26"/>
          <p:cNvCxnSpPr>
            <a:stCxn id="30" idx="3"/>
            <a:endCxn id="26" idx="0"/>
          </p:cNvCxnSpPr>
          <p:nvPr/>
        </p:nvCxnSpPr>
        <p:spPr>
          <a:xfrm flipH="1">
            <a:off x="3672477" y="4014073"/>
            <a:ext cx="613973" cy="8533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>
            <a:stCxn id="30" idx="4"/>
          </p:cNvCxnSpPr>
          <p:nvPr/>
        </p:nvCxnSpPr>
        <p:spPr>
          <a:xfrm>
            <a:off x="4591954" y="4066794"/>
            <a:ext cx="557" cy="8015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/>
          <p:cNvCxnSpPr>
            <a:stCxn id="26" idx="0"/>
            <a:endCxn id="26" idx="4"/>
          </p:cNvCxnSpPr>
          <p:nvPr/>
        </p:nvCxnSpPr>
        <p:spPr>
          <a:xfrm>
            <a:off x="3672477" y="4867418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橢圓 29"/>
          <p:cNvSpPr/>
          <p:nvPr/>
        </p:nvSpPr>
        <p:spPr>
          <a:xfrm>
            <a:off x="4159906" y="3706794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</a:rPr>
              <a:t>70  85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31" name="直線接點 30"/>
          <p:cNvCxnSpPr>
            <a:stCxn id="30" idx="0"/>
            <a:endCxn id="30" idx="4"/>
          </p:cNvCxnSpPr>
          <p:nvPr/>
        </p:nvCxnSpPr>
        <p:spPr>
          <a:xfrm>
            <a:off x="4591954" y="3706794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/>
          <p:cNvSpPr txBox="1"/>
          <p:nvPr/>
        </p:nvSpPr>
        <p:spPr>
          <a:xfrm>
            <a:off x="1921552" y="2356294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刪除</a:t>
            </a:r>
            <a:r>
              <a:rPr lang="en-US" altLang="zh-TW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85</a:t>
            </a:r>
            <a:endParaRPr lang="zh-TW" altLang="en-US" sz="2000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33" name="向下箭號 32"/>
          <p:cNvSpPr/>
          <p:nvPr/>
        </p:nvSpPr>
        <p:spPr>
          <a:xfrm>
            <a:off x="4514247" y="4210863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34" name="群組 33"/>
          <p:cNvGrpSpPr/>
          <p:nvPr/>
        </p:nvGrpSpPr>
        <p:grpSpPr>
          <a:xfrm>
            <a:off x="4159349" y="3707657"/>
            <a:ext cx="864096" cy="360000"/>
            <a:chOff x="4160463" y="4868309"/>
            <a:chExt cx="864096" cy="360000"/>
          </a:xfrm>
        </p:grpSpPr>
        <p:sp>
          <p:nvSpPr>
            <p:cNvPr id="35" name="橢圓 34"/>
            <p:cNvSpPr/>
            <p:nvPr/>
          </p:nvSpPr>
          <p:spPr>
            <a:xfrm>
              <a:off x="4160463" y="4868309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b="1" dirty="0">
                  <a:solidFill>
                    <a:schemeClr val="tx1"/>
                  </a:solidFill>
                </a:rPr>
                <a:t>80  90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36" name="直線接點 35"/>
            <p:cNvCxnSpPr>
              <a:stCxn id="35" idx="0"/>
              <a:endCxn id="35" idx="4"/>
            </p:cNvCxnSpPr>
            <p:nvPr/>
          </p:nvCxnSpPr>
          <p:spPr>
            <a:xfrm>
              <a:off x="4592511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群組 39"/>
          <p:cNvGrpSpPr/>
          <p:nvPr/>
        </p:nvGrpSpPr>
        <p:grpSpPr>
          <a:xfrm>
            <a:off x="4158818" y="4866527"/>
            <a:ext cx="864096" cy="360000"/>
            <a:chOff x="4160463" y="4868309"/>
            <a:chExt cx="864096" cy="360000"/>
          </a:xfrm>
        </p:grpSpPr>
        <p:sp>
          <p:nvSpPr>
            <p:cNvPr id="41" name="橢圓 40"/>
            <p:cNvSpPr/>
            <p:nvPr/>
          </p:nvSpPr>
          <p:spPr>
            <a:xfrm>
              <a:off x="4160463" y="4868309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85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42" name="直線接點 41"/>
            <p:cNvCxnSpPr>
              <a:stCxn id="41" idx="0"/>
              <a:endCxn id="41" idx="4"/>
            </p:cNvCxnSpPr>
            <p:nvPr/>
          </p:nvCxnSpPr>
          <p:spPr>
            <a:xfrm>
              <a:off x="4592511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群組 42"/>
          <p:cNvGrpSpPr/>
          <p:nvPr/>
        </p:nvGrpSpPr>
        <p:grpSpPr>
          <a:xfrm>
            <a:off x="5079135" y="4866527"/>
            <a:ext cx="864096" cy="360000"/>
            <a:chOff x="4160463" y="4868309"/>
            <a:chExt cx="864096" cy="360000"/>
          </a:xfrm>
        </p:grpSpPr>
        <p:sp>
          <p:nvSpPr>
            <p:cNvPr id="44" name="橢圓 43"/>
            <p:cNvSpPr/>
            <p:nvPr/>
          </p:nvSpPr>
          <p:spPr>
            <a:xfrm>
              <a:off x="4160463" y="4868309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b="1" dirty="0">
                  <a:solidFill>
                    <a:schemeClr val="tx1"/>
                  </a:solidFill>
                </a:rPr>
                <a:t>95  96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45" name="直線接點 44"/>
            <p:cNvCxnSpPr>
              <a:stCxn id="44" idx="0"/>
              <a:endCxn id="44" idx="4"/>
            </p:cNvCxnSpPr>
            <p:nvPr/>
          </p:nvCxnSpPr>
          <p:spPr>
            <a:xfrm>
              <a:off x="4592511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0" name="直線接點 49"/>
          <p:cNvCxnSpPr>
            <a:stCxn id="35" idx="5"/>
            <a:endCxn id="44" idx="0"/>
          </p:cNvCxnSpPr>
          <p:nvPr/>
        </p:nvCxnSpPr>
        <p:spPr>
          <a:xfrm>
            <a:off x="4896901" y="4014936"/>
            <a:ext cx="614282" cy="8515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2509211" y="4866527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群組 48"/>
          <p:cNvGrpSpPr/>
          <p:nvPr/>
        </p:nvGrpSpPr>
        <p:grpSpPr>
          <a:xfrm>
            <a:off x="4159017" y="3711271"/>
            <a:ext cx="864096" cy="360000"/>
            <a:chOff x="4160463" y="4868309"/>
            <a:chExt cx="864096" cy="360000"/>
          </a:xfrm>
        </p:grpSpPr>
        <p:sp>
          <p:nvSpPr>
            <p:cNvPr id="51" name="橢圓 50"/>
            <p:cNvSpPr/>
            <p:nvPr/>
          </p:nvSpPr>
          <p:spPr>
            <a:xfrm>
              <a:off x="4160463" y="4868309"/>
              <a:ext cx="864096" cy="360000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b="1" dirty="0">
                  <a:solidFill>
                    <a:schemeClr val="tx1"/>
                  </a:solidFill>
                </a:rPr>
                <a:t>80  </a:t>
              </a:r>
              <a:r>
                <a:rPr lang="en-US" altLang="zh-TW" b="1" dirty="0">
                  <a:solidFill>
                    <a:srgbClr val="C00000"/>
                  </a:solidFill>
                </a:rPr>
                <a:t>95</a:t>
              </a:r>
              <a:endParaRPr lang="zh-TW" altLang="en-US" b="1" dirty="0">
                <a:solidFill>
                  <a:srgbClr val="C00000"/>
                </a:solidFill>
              </a:endParaRPr>
            </a:p>
          </p:txBody>
        </p:sp>
        <p:cxnSp>
          <p:nvCxnSpPr>
            <p:cNvPr id="52" name="直線接點 51"/>
            <p:cNvCxnSpPr>
              <a:stCxn id="51" idx="0"/>
              <a:endCxn id="51" idx="4"/>
            </p:cNvCxnSpPr>
            <p:nvPr/>
          </p:nvCxnSpPr>
          <p:spPr>
            <a:xfrm>
              <a:off x="4592511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群組 53"/>
          <p:cNvGrpSpPr/>
          <p:nvPr/>
        </p:nvGrpSpPr>
        <p:grpSpPr>
          <a:xfrm>
            <a:off x="4158486" y="4870141"/>
            <a:ext cx="864096" cy="360000"/>
            <a:chOff x="4160463" y="4868309"/>
            <a:chExt cx="864096" cy="360000"/>
          </a:xfrm>
        </p:grpSpPr>
        <p:sp>
          <p:nvSpPr>
            <p:cNvPr id="55" name="橢圓 54"/>
            <p:cNvSpPr/>
            <p:nvPr/>
          </p:nvSpPr>
          <p:spPr>
            <a:xfrm>
              <a:off x="4160463" y="4868309"/>
              <a:ext cx="864096" cy="360000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rgbClr val="C00000"/>
                  </a:solidFill>
                </a:rPr>
                <a:t>90</a:t>
              </a:r>
              <a:endParaRPr lang="zh-TW" altLang="en-US" b="1" dirty="0">
                <a:solidFill>
                  <a:srgbClr val="C00000"/>
                </a:solidFill>
              </a:endParaRPr>
            </a:p>
          </p:txBody>
        </p:sp>
        <p:cxnSp>
          <p:nvCxnSpPr>
            <p:cNvPr id="56" name="直線接點 55"/>
            <p:cNvCxnSpPr>
              <a:stCxn id="55" idx="0"/>
              <a:endCxn id="55" idx="4"/>
            </p:cNvCxnSpPr>
            <p:nvPr/>
          </p:nvCxnSpPr>
          <p:spPr>
            <a:xfrm>
              <a:off x="4592511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群組 56"/>
          <p:cNvGrpSpPr/>
          <p:nvPr/>
        </p:nvGrpSpPr>
        <p:grpSpPr>
          <a:xfrm>
            <a:off x="5078803" y="4870141"/>
            <a:ext cx="864096" cy="360000"/>
            <a:chOff x="4160463" y="4868309"/>
            <a:chExt cx="864096" cy="360000"/>
          </a:xfrm>
        </p:grpSpPr>
        <p:sp>
          <p:nvSpPr>
            <p:cNvPr id="58" name="橢圓 57"/>
            <p:cNvSpPr/>
            <p:nvPr/>
          </p:nvSpPr>
          <p:spPr>
            <a:xfrm>
              <a:off x="4160463" y="4868309"/>
              <a:ext cx="864096" cy="360000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rgbClr val="C00000"/>
                  </a:solidFill>
                </a:rPr>
                <a:t>96</a:t>
              </a:r>
              <a:endParaRPr lang="zh-TW" altLang="en-US" b="1" dirty="0">
                <a:solidFill>
                  <a:srgbClr val="C00000"/>
                </a:solidFill>
              </a:endParaRPr>
            </a:p>
          </p:txBody>
        </p:sp>
        <p:cxnSp>
          <p:nvCxnSpPr>
            <p:cNvPr id="59" name="直線接點 58"/>
            <p:cNvCxnSpPr>
              <a:stCxn id="58" idx="0"/>
              <a:endCxn id="58" idx="4"/>
            </p:cNvCxnSpPr>
            <p:nvPr/>
          </p:nvCxnSpPr>
          <p:spPr>
            <a:xfrm>
              <a:off x="4592511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文字方塊 36"/>
          <p:cNvSpPr txBox="1"/>
          <p:nvPr/>
        </p:nvSpPr>
        <p:spPr>
          <a:xfrm>
            <a:off x="3759463" y="5589397"/>
            <a:ext cx="46730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   若左或右兄弟節點有</a:t>
            </a:r>
            <a:r>
              <a:rPr lang="zh-TW" altLang="en-US" sz="2000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一個以上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的鍵值</a:t>
            </a:r>
            <a:endParaRPr lang="en-US" altLang="zh-TW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zh-TW" sz="2000" b="1" dirty="0">
                <a:latin typeface="標楷體" panose="03000509000000000000" pitchFamily="65" charset="-120"/>
                <a:ea typeface="標楷體" panose="03000509000000000000" pitchFamily="65" charset="-120"/>
                <a:sym typeface="Symbol" panose="05050102010706020507" pitchFamily="18" charset="2"/>
              </a:rPr>
              <a:t>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  <a:sym typeface="Symbol" panose="05050102010706020507" pitchFamily="18" charset="2"/>
              </a:rPr>
              <a:t> 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向兄弟節點借</a:t>
            </a:r>
          </a:p>
        </p:txBody>
      </p:sp>
      <p:sp>
        <p:nvSpPr>
          <p:cNvPr id="38" name="文字方塊 37"/>
          <p:cNvSpPr txBox="1"/>
          <p:nvPr/>
        </p:nvSpPr>
        <p:spPr>
          <a:xfrm>
            <a:off x="5206150" y="1568067"/>
            <a:ext cx="377539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Q1: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 若左、右兄弟節點皆有一個</a:t>
            </a:r>
            <a:endParaRPr lang="en-US" altLang="zh-TW" sz="2000" b="1" dirty="0">
              <a:latin typeface="+mj-lt"/>
              <a:ea typeface="標楷體" panose="03000509000000000000" pitchFamily="65" charset="-120"/>
            </a:endParaRPr>
          </a:p>
          <a:p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       以上的鍵值，一定</a:t>
            </a:r>
            <a:r>
              <a:rPr lang="zh-TW" altLang="en-US" sz="2000" b="1" dirty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先從右兄</a:t>
            </a:r>
            <a:endParaRPr lang="en-US" altLang="zh-TW" sz="2000" b="1" dirty="0">
              <a:solidFill>
                <a:srgbClr val="C00000"/>
              </a:solidFill>
              <a:latin typeface="+mj-lt"/>
              <a:ea typeface="標楷體" panose="03000509000000000000" pitchFamily="65" charset="-120"/>
            </a:endParaRPr>
          </a:p>
          <a:p>
            <a:r>
              <a:rPr lang="zh-TW" altLang="en-US" sz="2000" b="1" dirty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       弟節點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借嗎？</a:t>
            </a:r>
          </a:p>
        </p:txBody>
      </p:sp>
      <p:sp>
        <p:nvSpPr>
          <p:cNvPr id="60" name="文字方塊 59"/>
          <p:cNvSpPr txBox="1"/>
          <p:nvPr/>
        </p:nvSpPr>
        <p:spPr>
          <a:xfrm>
            <a:off x="5206150" y="2781120"/>
            <a:ext cx="373852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Q2: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 若向右兄弟節點借，借</a:t>
            </a:r>
            <a:r>
              <a:rPr lang="zh-TW" altLang="en-US" sz="2000" b="1" dirty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最大</a:t>
            </a:r>
            <a:endParaRPr lang="en-US" altLang="zh-TW" sz="2000" b="1" dirty="0">
              <a:solidFill>
                <a:srgbClr val="C00000"/>
              </a:solidFill>
              <a:latin typeface="+mj-lt"/>
              <a:ea typeface="標楷體" panose="03000509000000000000" pitchFamily="65" charset="-120"/>
            </a:endParaRPr>
          </a:p>
          <a:p>
            <a:r>
              <a:rPr lang="zh-TW" altLang="en-US" sz="2000" b="1" dirty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       值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還是</a:t>
            </a:r>
            <a:r>
              <a:rPr lang="zh-TW" altLang="en-US" sz="2000" b="1" dirty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最小值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？</a:t>
            </a:r>
          </a:p>
        </p:txBody>
      </p:sp>
      <p:sp>
        <p:nvSpPr>
          <p:cNvPr id="39" name="矩形 38"/>
          <p:cNvSpPr/>
          <p:nvPr/>
        </p:nvSpPr>
        <p:spPr>
          <a:xfrm>
            <a:off x="4158218" y="6244048"/>
            <a:ext cx="18087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000" b="1" dirty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旋轉 </a:t>
            </a:r>
            <a:r>
              <a:rPr lang="en-US" altLang="zh-TW" sz="2000" b="1" dirty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(rotation)</a:t>
            </a:r>
            <a:endParaRPr lang="zh-TW" altLang="en-US" sz="2000" b="1" dirty="0">
              <a:latin typeface="+mj-lt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10579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3" grpId="0" animBg="1"/>
      <p:bldP spid="13" grpId="1" animBg="1"/>
      <p:bldP spid="14" grpId="0" animBg="1"/>
      <p:bldP spid="18" grpId="0" animBg="1"/>
      <p:bldP spid="32" grpId="0"/>
      <p:bldP spid="33" grpId="0" animBg="1"/>
      <p:bldP spid="37" grpId="0"/>
      <p:bldP spid="38" grpId="0"/>
      <p:bldP spid="60" grpId="0"/>
      <p:bldP spid="3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2-3 Tree</a:t>
            </a:r>
            <a:r>
              <a:rPr lang="zh-TW" altLang="en-US" dirty="0"/>
              <a:t> 的刪除 </a:t>
            </a:r>
            <a:r>
              <a:rPr lang="en-US" altLang="zh-TW" dirty="0"/>
              <a:t>(3/10)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狀況一：刪除的節點是樹葉節點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2026/05/13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13</a:t>
            </a:fld>
            <a:endParaRPr lang="en-US" altLang="zh-TW" dirty="0"/>
          </a:p>
        </p:txBody>
      </p:sp>
      <p:cxnSp>
        <p:nvCxnSpPr>
          <p:cNvPr id="8" name="直線接點 7"/>
          <p:cNvCxnSpPr>
            <a:stCxn id="22" idx="3"/>
            <a:endCxn id="7" idx="0"/>
          </p:cNvCxnSpPr>
          <p:nvPr/>
        </p:nvCxnSpPr>
        <p:spPr>
          <a:xfrm flipH="1">
            <a:off x="663614" y="4014964"/>
            <a:ext cx="613973" cy="8533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>
            <a:stCxn id="22" idx="4"/>
            <a:endCxn id="19" idx="0"/>
          </p:cNvCxnSpPr>
          <p:nvPr/>
        </p:nvCxnSpPr>
        <p:spPr>
          <a:xfrm>
            <a:off x="1583091" y="4067685"/>
            <a:ext cx="557" cy="8015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橢圓 9"/>
          <p:cNvSpPr/>
          <p:nvPr/>
        </p:nvSpPr>
        <p:spPr>
          <a:xfrm>
            <a:off x="4177020" y="2394072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TW" b="1" dirty="0">
                <a:solidFill>
                  <a:schemeClr val="tx1"/>
                </a:solidFill>
              </a:rPr>
              <a:t>60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11" name="直線接點 10"/>
          <p:cNvCxnSpPr>
            <a:stCxn id="10" idx="3"/>
            <a:endCxn id="22" idx="0"/>
          </p:cNvCxnSpPr>
          <p:nvPr/>
        </p:nvCxnSpPr>
        <p:spPr>
          <a:xfrm flipH="1">
            <a:off x="1583091" y="2701351"/>
            <a:ext cx="2720473" cy="100633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向下箭號 11"/>
          <p:cNvSpPr/>
          <p:nvPr/>
        </p:nvSpPr>
        <p:spPr>
          <a:xfrm rot="10800000">
            <a:off x="4355956" y="2755525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向下箭號 12"/>
          <p:cNvSpPr/>
          <p:nvPr/>
        </p:nvSpPr>
        <p:spPr>
          <a:xfrm rot="10800000">
            <a:off x="4355956" y="4089557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向下箭號 13"/>
          <p:cNvSpPr/>
          <p:nvPr/>
        </p:nvSpPr>
        <p:spPr>
          <a:xfrm rot="10800000">
            <a:off x="4355955" y="5251911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接點 15"/>
          <p:cNvCxnSpPr>
            <a:stCxn id="10" idx="0"/>
            <a:endCxn id="10" idx="4"/>
          </p:cNvCxnSpPr>
          <p:nvPr/>
        </p:nvCxnSpPr>
        <p:spPr>
          <a:xfrm>
            <a:off x="4609068" y="2394072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>
            <a:stCxn id="10" idx="4"/>
            <a:endCxn id="30" idx="0"/>
          </p:cNvCxnSpPr>
          <p:nvPr/>
        </p:nvCxnSpPr>
        <p:spPr>
          <a:xfrm flipH="1">
            <a:off x="4591954" y="2754072"/>
            <a:ext cx="17114" cy="95272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向下箭號 17"/>
          <p:cNvSpPr/>
          <p:nvPr/>
        </p:nvSpPr>
        <p:spPr>
          <a:xfrm>
            <a:off x="4514247" y="2907061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/>
          <p:cNvSpPr/>
          <p:nvPr/>
        </p:nvSpPr>
        <p:spPr>
          <a:xfrm>
            <a:off x="1151600" y="4869200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TW" b="1" dirty="0">
                <a:solidFill>
                  <a:schemeClr val="tx1"/>
                </a:solidFill>
              </a:rPr>
              <a:t>50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20" name="直線接點 19"/>
          <p:cNvCxnSpPr>
            <a:stCxn id="19" idx="0"/>
            <a:endCxn id="19" idx="4"/>
          </p:cNvCxnSpPr>
          <p:nvPr/>
        </p:nvCxnSpPr>
        <p:spPr>
          <a:xfrm>
            <a:off x="1583648" y="4869200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>
            <a:off x="2627784" y="4872820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/>
          <p:cNvSpPr/>
          <p:nvPr/>
        </p:nvSpPr>
        <p:spPr>
          <a:xfrm>
            <a:off x="1151043" y="3707685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TW" b="1" dirty="0">
                <a:solidFill>
                  <a:schemeClr val="tx1"/>
                </a:solidFill>
              </a:rPr>
              <a:t>35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23" name="直線接點 22"/>
          <p:cNvCxnSpPr>
            <a:stCxn id="22" idx="0"/>
            <a:endCxn id="22" idx="4"/>
          </p:cNvCxnSpPr>
          <p:nvPr/>
        </p:nvCxnSpPr>
        <p:spPr>
          <a:xfrm>
            <a:off x="1583091" y="3707685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6780581" y="2149612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/>
          <p:nvPr/>
        </p:nvCxnSpPr>
        <p:spPr>
          <a:xfrm>
            <a:off x="2497422" y="4868309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橢圓 25"/>
          <p:cNvSpPr/>
          <p:nvPr/>
        </p:nvSpPr>
        <p:spPr>
          <a:xfrm>
            <a:off x="3240429" y="4867418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TW" b="1" dirty="0">
                <a:solidFill>
                  <a:schemeClr val="tx1"/>
                </a:solidFill>
              </a:rPr>
              <a:t>70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27" name="直線接點 26"/>
          <p:cNvCxnSpPr>
            <a:stCxn id="30" idx="3"/>
            <a:endCxn id="26" idx="0"/>
          </p:cNvCxnSpPr>
          <p:nvPr/>
        </p:nvCxnSpPr>
        <p:spPr>
          <a:xfrm flipH="1">
            <a:off x="3672477" y="4014073"/>
            <a:ext cx="613973" cy="8533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>
            <a:stCxn id="30" idx="4"/>
          </p:cNvCxnSpPr>
          <p:nvPr/>
        </p:nvCxnSpPr>
        <p:spPr>
          <a:xfrm>
            <a:off x="4591954" y="4066794"/>
            <a:ext cx="557" cy="8015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/>
          <p:cNvCxnSpPr>
            <a:stCxn id="26" idx="0"/>
            <a:endCxn id="26" idx="4"/>
          </p:cNvCxnSpPr>
          <p:nvPr/>
        </p:nvCxnSpPr>
        <p:spPr>
          <a:xfrm>
            <a:off x="3672477" y="4867418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橢圓 29"/>
          <p:cNvSpPr/>
          <p:nvPr/>
        </p:nvSpPr>
        <p:spPr>
          <a:xfrm>
            <a:off x="4159906" y="3706794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</a:rPr>
              <a:t>70  85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31" name="直線接點 30"/>
          <p:cNvCxnSpPr>
            <a:stCxn id="30" idx="0"/>
            <a:endCxn id="30" idx="4"/>
          </p:cNvCxnSpPr>
          <p:nvPr/>
        </p:nvCxnSpPr>
        <p:spPr>
          <a:xfrm>
            <a:off x="4591954" y="3706794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/>
          <p:cNvSpPr txBox="1"/>
          <p:nvPr/>
        </p:nvSpPr>
        <p:spPr>
          <a:xfrm>
            <a:off x="1921552" y="2356294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刪除</a:t>
            </a:r>
            <a:r>
              <a:rPr lang="en-US" altLang="zh-TW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80</a:t>
            </a:r>
            <a:endParaRPr lang="zh-TW" altLang="en-US" sz="2000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33" name="向下箭號 32"/>
          <p:cNvSpPr/>
          <p:nvPr/>
        </p:nvSpPr>
        <p:spPr>
          <a:xfrm>
            <a:off x="4514247" y="4240050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34" name="群組 33"/>
          <p:cNvGrpSpPr/>
          <p:nvPr/>
        </p:nvGrpSpPr>
        <p:grpSpPr>
          <a:xfrm>
            <a:off x="4159349" y="3707657"/>
            <a:ext cx="864096" cy="360000"/>
            <a:chOff x="4160463" y="4868309"/>
            <a:chExt cx="864096" cy="360000"/>
          </a:xfrm>
        </p:grpSpPr>
        <p:sp>
          <p:nvSpPr>
            <p:cNvPr id="35" name="橢圓 34"/>
            <p:cNvSpPr/>
            <p:nvPr/>
          </p:nvSpPr>
          <p:spPr>
            <a:xfrm>
              <a:off x="4160463" y="4868309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b="1" dirty="0">
                  <a:solidFill>
                    <a:schemeClr val="tx1"/>
                  </a:solidFill>
                </a:rPr>
                <a:t>75  95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36" name="直線接點 35"/>
            <p:cNvCxnSpPr>
              <a:stCxn id="35" idx="0"/>
              <a:endCxn id="35" idx="4"/>
            </p:cNvCxnSpPr>
            <p:nvPr/>
          </p:nvCxnSpPr>
          <p:spPr>
            <a:xfrm>
              <a:off x="4592511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群組 39"/>
          <p:cNvGrpSpPr/>
          <p:nvPr/>
        </p:nvGrpSpPr>
        <p:grpSpPr>
          <a:xfrm>
            <a:off x="4158818" y="4866527"/>
            <a:ext cx="864096" cy="360000"/>
            <a:chOff x="4160463" y="4868309"/>
            <a:chExt cx="864096" cy="360000"/>
          </a:xfrm>
        </p:grpSpPr>
        <p:sp>
          <p:nvSpPr>
            <p:cNvPr id="41" name="橢圓 40"/>
            <p:cNvSpPr/>
            <p:nvPr/>
          </p:nvSpPr>
          <p:spPr>
            <a:xfrm>
              <a:off x="4160463" y="4868309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80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42" name="直線接點 41"/>
            <p:cNvCxnSpPr>
              <a:stCxn id="41" idx="0"/>
              <a:endCxn id="41" idx="4"/>
            </p:cNvCxnSpPr>
            <p:nvPr/>
          </p:nvCxnSpPr>
          <p:spPr>
            <a:xfrm>
              <a:off x="4592511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群組 42"/>
          <p:cNvGrpSpPr/>
          <p:nvPr/>
        </p:nvGrpSpPr>
        <p:grpSpPr>
          <a:xfrm>
            <a:off x="5079135" y="4866527"/>
            <a:ext cx="864096" cy="360000"/>
            <a:chOff x="4160463" y="4868309"/>
            <a:chExt cx="864096" cy="360000"/>
          </a:xfrm>
        </p:grpSpPr>
        <p:sp>
          <p:nvSpPr>
            <p:cNvPr id="44" name="橢圓 43"/>
            <p:cNvSpPr/>
            <p:nvPr/>
          </p:nvSpPr>
          <p:spPr>
            <a:xfrm>
              <a:off x="4160463" y="4868309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96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45" name="直線接點 44"/>
            <p:cNvCxnSpPr>
              <a:stCxn id="44" idx="0"/>
              <a:endCxn id="44" idx="4"/>
            </p:cNvCxnSpPr>
            <p:nvPr/>
          </p:nvCxnSpPr>
          <p:spPr>
            <a:xfrm>
              <a:off x="4592511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0" name="直線接點 49"/>
          <p:cNvCxnSpPr>
            <a:stCxn id="35" idx="5"/>
            <a:endCxn id="44" idx="0"/>
          </p:cNvCxnSpPr>
          <p:nvPr/>
        </p:nvCxnSpPr>
        <p:spPr>
          <a:xfrm>
            <a:off x="4896901" y="4014936"/>
            <a:ext cx="614282" cy="8515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2509211" y="4866527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群組 70"/>
          <p:cNvGrpSpPr/>
          <p:nvPr/>
        </p:nvGrpSpPr>
        <p:grpSpPr>
          <a:xfrm>
            <a:off x="237269" y="4869850"/>
            <a:ext cx="864096" cy="360000"/>
            <a:chOff x="231566" y="4868309"/>
            <a:chExt cx="864096" cy="360000"/>
          </a:xfrm>
        </p:grpSpPr>
        <p:sp>
          <p:nvSpPr>
            <p:cNvPr id="72" name="橢圓 71"/>
            <p:cNvSpPr/>
            <p:nvPr/>
          </p:nvSpPr>
          <p:spPr>
            <a:xfrm>
              <a:off x="231566" y="4868309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10  15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73" name="直線接點 72"/>
            <p:cNvCxnSpPr>
              <a:stCxn id="72" idx="0"/>
              <a:endCxn id="72" idx="4"/>
            </p:cNvCxnSpPr>
            <p:nvPr/>
          </p:nvCxnSpPr>
          <p:spPr>
            <a:xfrm>
              <a:off x="663614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文字方塊 48"/>
          <p:cNvSpPr txBox="1"/>
          <p:nvPr/>
        </p:nvSpPr>
        <p:spPr>
          <a:xfrm>
            <a:off x="3759463" y="5589397"/>
            <a:ext cx="416011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   左、右兄弟節點皆</a:t>
            </a:r>
            <a:r>
              <a:rPr lang="zh-TW" altLang="en-US" sz="2000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只有一個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鍵值</a:t>
            </a:r>
            <a:endParaRPr lang="en-US" altLang="zh-TW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zh-TW" sz="2000" b="1" dirty="0">
                <a:latin typeface="標楷體" panose="03000509000000000000" pitchFamily="65" charset="-120"/>
                <a:ea typeface="標楷體" panose="03000509000000000000" pitchFamily="65" charset="-120"/>
                <a:sym typeface="Symbol" panose="05050102010706020507" pitchFamily="18" charset="2"/>
              </a:rPr>
              <a:t>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  <a:sym typeface="Symbol" panose="05050102010706020507" pitchFamily="18" charset="2"/>
              </a:rPr>
              <a:t> 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進行合併</a:t>
            </a:r>
          </a:p>
        </p:txBody>
      </p:sp>
      <p:grpSp>
        <p:nvGrpSpPr>
          <p:cNvPr id="51" name="群組 50"/>
          <p:cNvGrpSpPr/>
          <p:nvPr/>
        </p:nvGrpSpPr>
        <p:grpSpPr>
          <a:xfrm>
            <a:off x="4165992" y="4872820"/>
            <a:ext cx="864096" cy="360000"/>
            <a:chOff x="4160463" y="4868309"/>
            <a:chExt cx="864096" cy="360000"/>
          </a:xfrm>
        </p:grpSpPr>
        <p:sp>
          <p:nvSpPr>
            <p:cNvPr id="52" name="橢圓 51"/>
            <p:cNvSpPr/>
            <p:nvPr/>
          </p:nvSpPr>
          <p:spPr>
            <a:xfrm>
              <a:off x="4160463" y="4868309"/>
              <a:ext cx="864096" cy="360000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b="1" dirty="0">
                  <a:solidFill>
                    <a:srgbClr val="C00000"/>
                  </a:solidFill>
                </a:rPr>
                <a:t>95  96</a:t>
              </a:r>
              <a:endParaRPr lang="zh-TW" altLang="en-US" b="1" dirty="0">
                <a:solidFill>
                  <a:srgbClr val="C00000"/>
                </a:solidFill>
              </a:endParaRPr>
            </a:p>
          </p:txBody>
        </p:sp>
        <p:cxnSp>
          <p:nvCxnSpPr>
            <p:cNvPr id="54" name="直線接點 53"/>
            <p:cNvCxnSpPr>
              <a:stCxn id="52" idx="0"/>
              <a:endCxn id="52" idx="4"/>
            </p:cNvCxnSpPr>
            <p:nvPr/>
          </p:nvCxnSpPr>
          <p:spPr>
            <a:xfrm>
              <a:off x="4592511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群組 54"/>
          <p:cNvGrpSpPr/>
          <p:nvPr/>
        </p:nvGrpSpPr>
        <p:grpSpPr>
          <a:xfrm>
            <a:off x="4158818" y="3705098"/>
            <a:ext cx="864096" cy="360000"/>
            <a:chOff x="4160463" y="4868309"/>
            <a:chExt cx="864096" cy="360000"/>
          </a:xfrm>
        </p:grpSpPr>
        <p:sp>
          <p:nvSpPr>
            <p:cNvPr id="56" name="橢圓 55"/>
            <p:cNvSpPr/>
            <p:nvPr/>
          </p:nvSpPr>
          <p:spPr>
            <a:xfrm>
              <a:off x="4160463" y="4868309"/>
              <a:ext cx="864096" cy="360000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75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57" name="直線接點 56"/>
            <p:cNvCxnSpPr>
              <a:stCxn id="56" idx="0"/>
              <a:endCxn id="56" idx="4"/>
            </p:cNvCxnSpPr>
            <p:nvPr/>
          </p:nvCxnSpPr>
          <p:spPr>
            <a:xfrm>
              <a:off x="4592511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文字方塊 57"/>
          <p:cNvSpPr txBox="1"/>
          <p:nvPr/>
        </p:nvSpPr>
        <p:spPr>
          <a:xfrm>
            <a:off x="5511183" y="1767158"/>
            <a:ext cx="32255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Q1: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 先挑</a:t>
            </a:r>
            <a:r>
              <a:rPr lang="zh-TW" altLang="en-US" sz="2000" b="1" dirty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右兄弟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節點合併？</a:t>
            </a:r>
            <a:endParaRPr lang="en-US" altLang="zh-TW" sz="2000" b="1" dirty="0">
              <a:latin typeface="+mj-lt"/>
              <a:ea typeface="標楷體" panose="03000509000000000000" pitchFamily="65" charset="-120"/>
            </a:endParaRPr>
          </a:p>
          <a:p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       還是</a:t>
            </a:r>
            <a:r>
              <a:rPr lang="zh-TW" altLang="en-US" sz="2000" b="1" dirty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左兄弟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節點？</a:t>
            </a:r>
          </a:p>
        </p:txBody>
      </p:sp>
    </p:spTree>
    <p:extLst>
      <p:ext uri="{BB962C8B-B14F-4D97-AF65-F5344CB8AC3E}">
        <p14:creationId xmlns:p14="http://schemas.microsoft.com/office/powerpoint/2010/main" val="176467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5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3" grpId="0" animBg="1"/>
      <p:bldP spid="13" grpId="1" animBg="1"/>
      <p:bldP spid="14" grpId="0" animBg="1"/>
      <p:bldP spid="18" grpId="0" animBg="1"/>
      <p:bldP spid="32" grpId="0"/>
      <p:bldP spid="33" grpId="0" animBg="1"/>
      <p:bldP spid="49" grpId="0"/>
      <p:bldP spid="5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2-3 Tree</a:t>
            </a:r>
            <a:r>
              <a:rPr lang="zh-TW" altLang="en-US" dirty="0"/>
              <a:t> 的刪除 </a:t>
            </a:r>
            <a:r>
              <a:rPr lang="en-US" altLang="zh-TW" dirty="0"/>
              <a:t>(4/10)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狀況二：刪除的節點</a:t>
            </a:r>
            <a:r>
              <a:rPr lang="zh-TW" altLang="en-US" dirty="0">
                <a:solidFill>
                  <a:srgbClr val="C00000"/>
                </a:solidFill>
              </a:rPr>
              <a:t>非</a:t>
            </a:r>
            <a:r>
              <a:rPr lang="zh-TW" altLang="en-US" dirty="0"/>
              <a:t>樹葉節點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2026/05/13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14</a:t>
            </a:fld>
            <a:endParaRPr lang="en-US" altLang="zh-TW" dirty="0"/>
          </a:p>
        </p:txBody>
      </p:sp>
      <p:cxnSp>
        <p:nvCxnSpPr>
          <p:cNvPr id="8" name="直線接點 7"/>
          <p:cNvCxnSpPr>
            <a:stCxn id="22" idx="3"/>
            <a:endCxn id="7" idx="0"/>
          </p:cNvCxnSpPr>
          <p:nvPr/>
        </p:nvCxnSpPr>
        <p:spPr>
          <a:xfrm flipH="1">
            <a:off x="663614" y="4014964"/>
            <a:ext cx="613973" cy="8533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>
            <a:stCxn id="22" idx="4"/>
            <a:endCxn id="19" idx="0"/>
          </p:cNvCxnSpPr>
          <p:nvPr/>
        </p:nvCxnSpPr>
        <p:spPr>
          <a:xfrm>
            <a:off x="1583091" y="4067685"/>
            <a:ext cx="557" cy="8015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>
            <a:stCxn id="10" idx="3"/>
            <a:endCxn id="22" idx="0"/>
          </p:cNvCxnSpPr>
          <p:nvPr/>
        </p:nvCxnSpPr>
        <p:spPr>
          <a:xfrm flipH="1">
            <a:off x="1583091" y="2701351"/>
            <a:ext cx="2720473" cy="100633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向下箭號 11"/>
          <p:cNvSpPr/>
          <p:nvPr/>
        </p:nvSpPr>
        <p:spPr>
          <a:xfrm rot="10800000">
            <a:off x="4355956" y="2755525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70" name="群組 69"/>
          <p:cNvGrpSpPr/>
          <p:nvPr/>
        </p:nvGrpSpPr>
        <p:grpSpPr>
          <a:xfrm>
            <a:off x="231566" y="4868309"/>
            <a:ext cx="864096" cy="360000"/>
            <a:chOff x="231566" y="4868309"/>
            <a:chExt cx="864096" cy="360000"/>
          </a:xfrm>
        </p:grpSpPr>
        <p:sp>
          <p:nvSpPr>
            <p:cNvPr id="7" name="橢圓 6"/>
            <p:cNvSpPr/>
            <p:nvPr/>
          </p:nvSpPr>
          <p:spPr>
            <a:xfrm>
              <a:off x="231566" y="4868309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b="1" dirty="0">
                  <a:solidFill>
                    <a:schemeClr val="tx1"/>
                  </a:solidFill>
                </a:rPr>
                <a:t>10  15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15" name="直線接點 14"/>
            <p:cNvCxnSpPr>
              <a:stCxn id="7" idx="0"/>
              <a:endCxn id="7" idx="4"/>
            </p:cNvCxnSpPr>
            <p:nvPr/>
          </p:nvCxnSpPr>
          <p:spPr>
            <a:xfrm>
              <a:off x="663614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群組 36"/>
          <p:cNvGrpSpPr/>
          <p:nvPr/>
        </p:nvGrpSpPr>
        <p:grpSpPr>
          <a:xfrm>
            <a:off x="4177020" y="2394072"/>
            <a:ext cx="864096" cy="360000"/>
            <a:chOff x="4177020" y="2394072"/>
            <a:chExt cx="864096" cy="360000"/>
          </a:xfrm>
        </p:grpSpPr>
        <p:sp>
          <p:nvSpPr>
            <p:cNvPr id="10" name="橢圓 9"/>
            <p:cNvSpPr/>
            <p:nvPr/>
          </p:nvSpPr>
          <p:spPr>
            <a:xfrm>
              <a:off x="4177020" y="2394072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60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16" name="直線接點 15"/>
            <p:cNvCxnSpPr>
              <a:stCxn id="10" idx="0"/>
              <a:endCxn id="10" idx="4"/>
            </p:cNvCxnSpPr>
            <p:nvPr/>
          </p:nvCxnSpPr>
          <p:spPr>
            <a:xfrm>
              <a:off x="4609068" y="2394072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" name="直線接點 16"/>
          <p:cNvCxnSpPr>
            <a:stCxn id="10" idx="4"/>
            <a:endCxn id="30" idx="0"/>
          </p:cNvCxnSpPr>
          <p:nvPr/>
        </p:nvCxnSpPr>
        <p:spPr>
          <a:xfrm flipH="1">
            <a:off x="4591954" y="2754072"/>
            <a:ext cx="17114" cy="95272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橢圓 18"/>
          <p:cNvSpPr/>
          <p:nvPr/>
        </p:nvSpPr>
        <p:spPr>
          <a:xfrm>
            <a:off x="1151600" y="4869200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TW" b="1" dirty="0">
                <a:solidFill>
                  <a:schemeClr val="tx1"/>
                </a:solidFill>
              </a:rPr>
              <a:t>50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20" name="直線接點 19"/>
          <p:cNvCxnSpPr>
            <a:stCxn id="19" idx="0"/>
            <a:endCxn id="19" idx="4"/>
          </p:cNvCxnSpPr>
          <p:nvPr/>
        </p:nvCxnSpPr>
        <p:spPr>
          <a:xfrm>
            <a:off x="1583648" y="4869200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>
            <a:off x="2627784" y="4872820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/>
          <p:cNvSpPr/>
          <p:nvPr/>
        </p:nvSpPr>
        <p:spPr>
          <a:xfrm>
            <a:off x="1151043" y="3707685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TW" b="1" dirty="0">
                <a:solidFill>
                  <a:schemeClr val="tx1"/>
                </a:solidFill>
              </a:rPr>
              <a:t>35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23" name="直線接點 22"/>
          <p:cNvCxnSpPr>
            <a:stCxn id="22" idx="0"/>
            <a:endCxn id="22" idx="4"/>
          </p:cNvCxnSpPr>
          <p:nvPr/>
        </p:nvCxnSpPr>
        <p:spPr>
          <a:xfrm>
            <a:off x="1583091" y="3707685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6780581" y="2149612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/>
          <p:nvPr/>
        </p:nvCxnSpPr>
        <p:spPr>
          <a:xfrm>
            <a:off x="2497422" y="4868309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橢圓 25"/>
          <p:cNvSpPr/>
          <p:nvPr/>
        </p:nvSpPr>
        <p:spPr>
          <a:xfrm>
            <a:off x="3240429" y="4867418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</a:rPr>
              <a:t>70  75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27" name="直線接點 26"/>
          <p:cNvCxnSpPr>
            <a:stCxn id="30" idx="3"/>
            <a:endCxn id="26" idx="0"/>
          </p:cNvCxnSpPr>
          <p:nvPr/>
        </p:nvCxnSpPr>
        <p:spPr>
          <a:xfrm flipH="1">
            <a:off x="3672477" y="4014073"/>
            <a:ext cx="613973" cy="8533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>
            <a:stCxn id="30" idx="4"/>
          </p:cNvCxnSpPr>
          <p:nvPr/>
        </p:nvCxnSpPr>
        <p:spPr>
          <a:xfrm>
            <a:off x="4591954" y="4066794"/>
            <a:ext cx="557" cy="8015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/>
          <p:cNvCxnSpPr>
            <a:stCxn id="26" idx="0"/>
            <a:endCxn id="26" idx="4"/>
          </p:cNvCxnSpPr>
          <p:nvPr/>
        </p:nvCxnSpPr>
        <p:spPr>
          <a:xfrm>
            <a:off x="3672477" y="4867418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橢圓 29"/>
          <p:cNvSpPr/>
          <p:nvPr/>
        </p:nvSpPr>
        <p:spPr>
          <a:xfrm>
            <a:off x="4159906" y="3706794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</a:rPr>
              <a:t>70  85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31" name="直線接點 30"/>
          <p:cNvCxnSpPr>
            <a:stCxn id="30" idx="0"/>
            <a:endCxn id="30" idx="4"/>
          </p:cNvCxnSpPr>
          <p:nvPr/>
        </p:nvCxnSpPr>
        <p:spPr>
          <a:xfrm>
            <a:off x="4591954" y="3706794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/>
          <p:cNvSpPr txBox="1"/>
          <p:nvPr/>
        </p:nvSpPr>
        <p:spPr>
          <a:xfrm>
            <a:off x="1921552" y="2356294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刪除</a:t>
            </a:r>
            <a:r>
              <a:rPr lang="en-US" altLang="zh-TW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60</a:t>
            </a:r>
            <a:endParaRPr lang="zh-TW" altLang="en-US" sz="2000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  <p:grpSp>
        <p:nvGrpSpPr>
          <p:cNvPr id="34" name="群組 33"/>
          <p:cNvGrpSpPr/>
          <p:nvPr/>
        </p:nvGrpSpPr>
        <p:grpSpPr>
          <a:xfrm>
            <a:off x="4159349" y="3707657"/>
            <a:ext cx="864096" cy="360000"/>
            <a:chOff x="4160463" y="4868309"/>
            <a:chExt cx="864096" cy="360000"/>
          </a:xfrm>
        </p:grpSpPr>
        <p:sp>
          <p:nvSpPr>
            <p:cNvPr id="35" name="橢圓 34"/>
            <p:cNvSpPr/>
            <p:nvPr/>
          </p:nvSpPr>
          <p:spPr>
            <a:xfrm>
              <a:off x="4160463" y="4868309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b="1" dirty="0">
                  <a:solidFill>
                    <a:schemeClr val="tx1"/>
                  </a:solidFill>
                </a:rPr>
                <a:t>80  90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36" name="直線接點 35"/>
            <p:cNvCxnSpPr>
              <a:stCxn id="35" idx="0"/>
              <a:endCxn id="35" idx="4"/>
            </p:cNvCxnSpPr>
            <p:nvPr/>
          </p:nvCxnSpPr>
          <p:spPr>
            <a:xfrm>
              <a:off x="4592511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群組 39"/>
          <p:cNvGrpSpPr/>
          <p:nvPr/>
        </p:nvGrpSpPr>
        <p:grpSpPr>
          <a:xfrm>
            <a:off x="4158818" y="4866527"/>
            <a:ext cx="864096" cy="360000"/>
            <a:chOff x="4160463" y="4868309"/>
            <a:chExt cx="864096" cy="360000"/>
          </a:xfrm>
        </p:grpSpPr>
        <p:sp>
          <p:nvSpPr>
            <p:cNvPr id="41" name="橢圓 40"/>
            <p:cNvSpPr/>
            <p:nvPr/>
          </p:nvSpPr>
          <p:spPr>
            <a:xfrm>
              <a:off x="4160463" y="4868309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85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42" name="直線接點 41"/>
            <p:cNvCxnSpPr>
              <a:stCxn id="41" idx="0"/>
              <a:endCxn id="41" idx="4"/>
            </p:cNvCxnSpPr>
            <p:nvPr/>
          </p:nvCxnSpPr>
          <p:spPr>
            <a:xfrm>
              <a:off x="4592511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群組 42"/>
          <p:cNvGrpSpPr/>
          <p:nvPr/>
        </p:nvGrpSpPr>
        <p:grpSpPr>
          <a:xfrm>
            <a:off x="5079135" y="4866527"/>
            <a:ext cx="864096" cy="360000"/>
            <a:chOff x="4160463" y="4868309"/>
            <a:chExt cx="864096" cy="360000"/>
          </a:xfrm>
        </p:grpSpPr>
        <p:sp>
          <p:nvSpPr>
            <p:cNvPr id="44" name="橢圓 43"/>
            <p:cNvSpPr/>
            <p:nvPr/>
          </p:nvSpPr>
          <p:spPr>
            <a:xfrm>
              <a:off x="4160463" y="4868309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b="1" dirty="0">
                  <a:solidFill>
                    <a:schemeClr val="tx1"/>
                  </a:solidFill>
                </a:rPr>
                <a:t>95  96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45" name="直線接點 44"/>
            <p:cNvCxnSpPr>
              <a:stCxn id="44" idx="0"/>
              <a:endCxn id="44" idx="4"/>
            </p:cNvCxnSpPr>
            <p:nvPr/>
          </p:nvCxnSpPr>
          <p:spPr>
            <a:xfrm>
              <a:off x="4592511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0" name="直線接點 49"/>
          <p:cNvCxnSpPr>
            <a:stCxn id="35" idx="5"/>
            <a:endCxn id="44" idx="0"/>
          </p:cNvCxnSpPr>
          <p:nvPr/>
        </p:nvCxnSpPr>
        <p:spPr>
          <a:xfrm>
            <a:off x="4896901" y="4014936"/>
            <a:ext cx="614282" cy="8515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2509211" y="4866527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群組 37"/>
          <p:cNvGrpSpPr/>
          <p:nvPr/>
        </p:nvGrpSpPr>
        <p:grpSpPr>
          <a:xfrm>
            <a:off x="4177020" y="2391998"/>
            <a:ext cx="864096" cy="360000"/>
            <a:chOff x="3392829" y="5019818"/>
            <a:chExt cx="864096" cy="360000"/>
          </a:xfrm>
        </p:grpSpPr>
        <p:sp>
          <p:nvSpPr>
            <p:cNvPr id="51" name="橢圓 50"/>
            <p:cNvSpPr/>
            <p:nvPr/>
          </p:nvSpPr>
          <p:spPr>
            <a:xfrm>
              <a:off x="3392829" y="5019818"/>
              <a:ext cx="864096" cy="360000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70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52" name="直線接點 51"/>
            <p:cNvCxnSpPr>
              <a:stCxn id="51" idx="0"/>
              <a:endCxn id="51" idx="4"/>
            </p:cNvCxnSpPr>
            <p:nvPr/>
          </p:nvCxnSpPr>
          <p:spPr>
            <a:xfrm>
              <a:off x="3824877" y="5019818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群組 53"/>
          <p:cNvGrpSpPr/>
          <p:nvPr/>
        </p:nvGrpSpPr>
        <p:grpSpPr>
          <a:xfrm>
            <a:off x="3237596" y="4872820"/>
            <a:ext cx="864096" cy="360000"/>
            <a:chOff x="3392829" y="5019818"/>
            <a:chExt cx="864096" cy="360000"/>
          </a:xfrm>
        </p:grpSpPr>
        <p:sp>
          <p:nvSpPr>
            <p:cNvPr id="55" name="橢圓 54"/>
            <p:cNvSpPr/>
            <p:nvPr/>
          </p:nvSpPr>
          <p:spPr>
            <a:xfrm>
              <a:off x="3392829" y="5019818"/>
              <a:ext cx="864096" cy="360000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75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56" name="直線接點 55"/>
            <p:cNvCxnSpPr>
              <a:stCxn id="55" idx="0"/>
              <a:endCxn id="55" idx="4"/>
            </p:cNvCxnSpPr>
            <p:nvPr/>
          </p:nvCxnSpPr>
          <p:spPr>
            <a:xfrm>
              <a:off x="3824877" y="5019818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文字方塊 56"/>
          <p:cNvSpPr txBox="1"/>
          <p:nvPr/>
        </p:nvSpPr>
        <p:spPr>
          <a:xfrm>
            <a:off x="3237596" y="5564369"/>
            <a:ext cx="42883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從該節點的右子樹挑選</a:t>
            </a:r>
            <a:r>
              <a:rPr lang="zh-TW" altLang="en-US" sz="2000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最小值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來取代</a:t>
            </a:r>
            <a:endParaRPr lang="en-US" altLang="zh-TW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3237596" y="5949655"/>
            <a:ext cx="22252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000" b="1" dirty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替代 </a:t>
            </a:r>
            <a:r>
              <a:rPr lang="en-US" altLang="zh-TW" sz="2000" b="1" dirty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(substitution)</a:t>
            </a:r>
            <a:endParaRPr lang="zh-TW" altLang="en-US" sz="2000" b="1" dirty="0"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5144374" y="2533290"/>
            <a:ext cx="39950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Q2: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 一定得挑</a:t>
            </a:r>
            <a:r>
              <a:rPr lang="zh-TW" altLang="en-US" sz="2000" b="1" dirty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右子樹的最小值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嗎？</a:t>
            </a:r>
            <a:endParaRPr lang="en-US" altLang="zh-TW" sz="2000" b="1" dirty="0"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59" name="文字方塊 58"/>
          <p:cNvSpPr txBox="1"/>
          <p:nvPr/>
        </p:nvSpPr>
        <p:spPr>
          <a:xfrm>
            <a:off x="5144374" y="2117574"/>
            <a:ext cx="29690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Q1: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 為什麼要挑</a:t>
            </a:r>
            <a:r>
              <a:rPr lang="zh-TW" altLang="en-US" sz="2000" b="1" dirty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最小值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？</a:t>
            </a:r>
            <a:endParaRPr lang="en-US" altLang="zh-TW" sz="2000" b="1" dirty="0">
              <a:latin typeface="+mj-lt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94397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32" grpId="0"/>
      <p:bldP spid="57" grpId="0"/>
      <p:bldP spid="39" grpId="0"/>
      <p:bldP spid="58" grpId="0"/>
      <p:bldP spid="5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2-3 Tree</a:t>
            </a:r>
            <a:r>
              <a:rPr lang="zh-TW" altLang="en-US" dirty="0"/>
              <a:t> 的刪除 </a:t>
            </a:r>
            <a:r>
              <a:rPr lang="en-US" altLang="zh-TW" dirty="0"/>
              <a:t>(5/10)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狀況二：刪除的節點</a:t>
            </a:r>
            <a:r>
              <a:rPr lang="zh-TW" altLang="en-US" dirty="0">
                <a:solidFill>
                  <a:srgbClr val="C00000"/>
                </a:solidFill>
              </a:rPr>
              <a:t>非</a:t>
            </a:r>
            <a:r>
              <a:rPr lang="zh-TW" altLang="en-US" dirty="0"/>
              <a:t>樹葉節點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2026/05/13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15</a:t>
            </a:fld>
            <a:endParaRPr lang="en-US" altLang="zh-TW" dirty="0"/>
          </a:p>
        </p:txBody>
      </p:sp>
      <p:cxnSp>
        <p:nvCxnSpPr>
          <p:cNvPr id="8" name="直線接點 7"/>
          <p:cNvCxnSpPr>
            <a:stCxn id="22" idx="3"/>
            <a:endCxn id="7" idx="0"/>
          </p:cNvCxnSpPr>
          <p:nvPr/>
        </p:nvCxnSpPr>
        <p:spPr>
          <a:xfrm flipH="1">
            <a:off x="663614" y="4014964"/>
            <a:ext cx="613973" cy="8533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>
            <a:stCxn id="22" idx="4"/>
            <a:endCxn id="19" idx="0"/>
          </p:cNvCxnSpPr>
          <p:nvPr/>
        </p:nvCxnSpPr>
        <p:spPr>
          <a:xfrm>
            <a:off x="1583091" y="4067685"/>
            <a:ext cx="557" cy="8015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>
            <a:stCxn id="10" idx="3"/>
            <a:endCxn id="22" idx="0"/>
          </p:cNvCxnSpPr>
          <p:nvPr/>
        </p:nvCxnSpPr>
        <p:spPr>
          <a:xfrm flipH="1">
            <a:off x="1583091" y="2701351"/>
            <a:ext cx="2720473" cy="100633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向下箭號 11"/>
          <p:cNvSpPr/>
          <p:nvPr/>
        </p:nvSpPr>
        <p:spPr>
          <a:xfrm rot="10800000">
            <a:off x="4355956" y="2755525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70" name="群組 69"/>
          <p:cNvGrpSpPr/>
          <p:nvPr/>
        </p:nvGrpSpPr>
        <p:grpSpPr>
          <a:xfrm>
            <a:off x="231566" y="4868309"/>
            <a:ext cx="864096" cy="360000"/>
            <a:chOff x="231566" y="4868309"/>
            <a:chExt cx="864096" cy="360000"/>
          </a:xfrm>
        </p:grpSpPr>
        <p:sp>
          <p:nvSpPr>
            <p:cNvPr id="7" name="橢圓 6"/>
            <p:cNvSpPr/>
            <p:nvPr/>
          </p:nvSpPr>
          <p:spPr>
            <a:xfrm>
              <a:off x="231566" y="4868309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b="1" dirty="0">
                  <a:solidFill>
                    <a:schemeClr val="tx1"/>
                  </a:solidFill>
                </a:rPr>
                <a:t>10  15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15" name="直線接點 14"/>
            <p:cNvCxnSpPr>
              <a:stCxn id="7" idx="0"/>
              <a:endCxn id="7" idx="4"/>
            </p:cNvCxnSpPr>
            <p:nvPr/>
          </p:nvCxnSpPr>
          <p:spPr>
            <a:xfrm>
              <a:off x="663614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群組 36"/>
          <p:cNvGrpSpPr/>
          <p:nvPr/>
        </p:nvGrpSpPr>
        <p:grpSpPr>
          <a:xfrm>
            <a:off x="4177020" y="2394072"/>
            <a:ext cx="864096" cy="360000"/>
            <a:chOff x="4177020" y="2394072"/>
            <a:chExt cx="864096" cy="360000"/>
          </a:xfrm>
        </p:grpSpPr>
        <p:sp>
          <p:nvSpPr>
            <p:cNvPr id="10" name="橢圓 9"/>
            <p:cNvSpPr/>
            <p:nvPr/>
          </p:nvSpPr>
          <p:spPr>
            <a:xfrm>
              <a:off x="4177020" y="2394072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70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16" name="直線接點 15"/>
            <p:cNvCxnSpPr>
              <a:stCxn id="10" idx="0"/>
              <a:endCxn id="10" idx="4"/>
            </p:cNvCxnSpPr>
            <p:nvPr/>
          </p:nvCxnSpPr>
          <p:spPr>
            <a:xfrm>
              <a:off x="4609068" y="2394072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" name="直線接點 16"/>
          <p:cNvCxnSpPr>
            <a:stCxn id="10" idx="4"/>
            <a:endCxn id="30" idx="0"/>
          </p:cNvCxnSpPr>
          <p:nvPr/>
        </p:nvCxnSpPr>
        <p:spPr>
          <a:xfrm flipH="1">
            <a:off x="4591954" y="2754072"/>
            <a:ext cx="17114" cy="95272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橢圓 18"/>
          <p:cNvSpPr/>
          <p:nvPr/>
        </p:nvSpPr>
        <p:spPr>
          <a:xfrm>
            <a:off x="1151600" y="4869200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TW" b="1" dirty="0">
                <a:solidFill>
                  <a:schemeClr val="tx1"/>
                </a:solidFill>
              </a:rPr>
              <a:t>50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20" name="直線接點 19"/>
          <p:cNvCxnSpPr>
            <a:stCxn id="19" idx="0"/>
            <a:endCxn id="19" idx="4"/>
          </p:cNvCxnSpPr>
          <p:nvPr/>
        </p:nvCxnSpPr>
        <p:spPr>
          <a:xfrm>
            <a:off x="1583648" y="4869200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>
            <a:off x="2627784" y="4872820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/>
          <p:cNvSpPr/>
          <p:nvPr/>
        </p:nvSpPr>
        <p:spPr>
          <a:xfrm>
            <a:off x="1151043" y="3707685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TW" b="1" dirty="0">
                <a:solidFill>
                  <a:schemeClr val="tx1"/>
                </a:solidFill>
              </a:rPr>
              <a:t>35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23" name="直線接點 22"/>
          <p:cNvCxnSpPr>
            <a:stCxn id="22" idx="0"/>
            <a:endCxn id="22" idx="4"/>
          </p:cNvCxnSpPr>
          <p:nvPr/>
        </p:nvCxnSpPr>
        <p:spPr>
          <a:xfrm>
            <a:off x="1583091" y="3707685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6780581" y="2149612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/>
          <p:nvPr/>
        </p:nvCxnSpPr>
        <p:spPr>
          <a:xfrm>
            <a:off x="2497422" y="4868309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>
            <a:stCxn id="30" idx="3"/>
            <a:endCxn id="26" idx="0"/>
          </p:cNvCxnSpPr>
          <p:nvPr/>
        </p:nvCxnSpPr>
        <p:spPr>
          <a:xfrm flipH="1">
            <a:off x="3672477" y="4014073"/>
            <a:ext cx="613973" cy="8533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>
            <a:stCxn id="30" idx="4"/>
          </p:cNvCxnSpPr>
          <p:nvPr/>
        </p:nvCxnSpPr>
        <p:spPr>
          <a:xfrm>
            <a:off x="4591954" y="4066794"/>
            <a:ext cx="557" cy="8015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群組 12"/>
          <p:cNvGrpSpPr/>
          <p:nvPr/>
        </p:nvGrpSpPr>
        <p:grpSpPr>
          <a:xfrm>
            <a:off x="3240429" y="4867418"/>
            <a:ext cx="864096" cy="360000"/>
            <a:chOff x="3240429" y="4867418"/>
            <a:chExt cx="864096" cy="360000"/>
          </a:xfrm>
        </p:grpSpPr>
        <p:sp>
          <p:nvSpPr>
            <p:cNvPr id="26" name="橢圓 25"/>
            <p:cNvSpPr/>
            <p:nvPr/>
          </p:nvSpPr>
          <p:spPr>
            <a:xfrm>
              <a:off x="3240429" y="4867418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75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29" name="直線接點 28"/>
            <p:cNvCxnSpPr>
              <a:stCxn id="26" idx="0"/>
              <a:endCxn id="26" idx="4"/>
            </p:cNvCxnSpPr>
            <p:nvPr/>
          </p:nvCxnSpPr>
          <p:spPr>
            <a:xfrm>
              <a:off x="3672477" y="4867418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橢圓 29"/>
          <p:cNvSpPr/>
          <p:nvPr/>
        </p:nvSpPr>
        <p:spPr>
          <a:xfrm>
            <a:off x="4159906" y="3706794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</a:rPr>
              <a:t>70  85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31" name="直線接點 30"/>
          <p:cNvCxnSpPr>
            <a:stCxn id="30" idx="0"/>
            <a:endCxn id="30" idx="4"/>
          </p:cNvCxnSpPr>
          <p:nvPr/>
        </p:nvCxnSpPr>
        <p:spPr>
          <a:xfrm>
            <a:off x="4591954" y="3706794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/>
          <p:cNvSpPr txBox="1"/>
          <p:nvPr/>
        </p:nvSpPr>
        <p:spPr>
          <a:xfrm>
            <a:off x="1921552" y="2356294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刪除</a:t>
            </a:r>
            <a:r>
              <a:rPr lang="en-US" altLang="zh-TW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70</a:t>
            </a:r>
            <a:endParaRPr lang="zh-TW" altLang="en-US" sz="2000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  <p:grpSp>
        <p:nvGrpSpPr>
          <p:cNvPr id="34" name="群組 33"/>
          <p:cNvGrpSpPr/>
          <p:nvPr/>
        </p:nvGrpSpPr>
        <p:grpSpPr>
          <a:xfrm>
            <a:off x="4159349" y="3707657"/>
            <a:ext cx="864096" cy="360000"/>
            <a:chOff x="4160463" y="4868309"/>
            <a:chExt cx="864096" cy="360000"/>
          </a:xfrm>
        </p:grpSpPr>
        <p:sp>
          <p:nvSpPr>
            <p:cNvPr id="35" name="橢圓 34"/>
            <p:cNvSpPr/>
            <p:nvPr/>
          </p:nvSpPr>
          <p:spPr>
            <a:xfrm>
              <a:off x="4160463" y="4868309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b="1" dirty="0">
                  <a:solidFill>
                    <a:schemeClr val="tx1"/>
                  </a:solidFill>
                </a:rPr>
                <a:t>80  90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36" name="直線接點 35"/>
            <p:cNvCxnSpPr>
              <a:stCxn id="35" idx="0"/>
              <a:endCxn id="35" idx="4"/>
            </p:cNvCxnSpPr>
            <p:nvPr/>
          </p:nvCxnSpPr>
          <p:spPr>
            <a:xfrm>
              <a:off x="4592511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群組 39"/>
          <p:cNvGrpSpPr/>
          <p:nvPr/>
        </p:nvGrpSpPr>
        <p:grpSpPr>
          <a:xfrm>
            <a:off x="4158818" y="4866527"/>
            <a:ext cx="864096" cy="360000"/>
            <a:chOff x="4160463" y="4868309"/>
            <a:chExt cx="864096" cy="360000"/>
          </a:xfrm>
        </p:grpSpPr>
        <p:sp>
          <p:nvSpPr>
            <p:cNvPr id="41" name="橢圓 40"/>
            <p:cNvSpPr/>
            <p:nvPr/>
          </p:nvSpPr>
          <p:spPr>
            <a:xfrm>
              <a:off x="4160463" y="4868309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85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42" name="直線接點 41"/>
            <p:cNvCxnSpPr>
              <a:stCxn id="41" idx="0"/>
              <a:endCxn id="41" idx="4"/>
            </p:cNvCxnSpPr>
            <p:nvPr/>
          </p:nvCxnSpPr>
          <p:spPr>
            <a:xfrm>
              <a:off x="4592511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群組 42"/>
          <p:cNvGrpSpPr/>
          <p:nvPr/>
        </p:nvGrpSpPr>
        <p:grpSpPr>
          <a:xfrm>
            <a:off x="5079135" y="4866527"/>
            <a:ext cx="864096" cy="360000"/>
            <a:chOff x="4160463" y="4868309"/>
            <a:chExt cx="864096" cy="360000"/>
          </a:xfrm>
        </p:grpSpPr>
        <p:sp>
          <p:nvSpPr>
            <p:cNvPr id="44" name="橢圓 43"/>
            <p:cNvSpPr/>
            <p:nvPr/>
          </p:nvSpPr>
          <p:spPr>
            <a:xfrm>
              <a:off x="4160463" y="4868309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b="1" dirty="0">
                  <a:solidFill>
                    <a:schemeClr val="tx1"/>
                  </a:solidFill>
                </a:rPr>
                <a:t>95  96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45" name="直線接點 44"/>
            <p:cNvCxnSpPr>
              <a:stCxn id="44" idx="0"/>
              <a:endCxn id="44" idx="4"/>
            </p:cNvCxnSpPr>
            <p:nvPr/>
          </p:nvCxnSpPr>
          <p:spPr>
            <a:xfrm>
              <a:off x="4592511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0" name="直線接點 49"/>
          <p:cNvCxnSpPr>
            <a:stCxn id="35" idx="5"/>
            <a:endCxn id="44" idx="0"/>
          </p:cNvCxnSpPr>
          <p:nvPr/>
        </p:nvCxnSpPr>
        <p:spPr>
          <a:xfrm>
            <a:off x="4896901" y="4014936"/>
            <a:ext cx="614282" cy="8515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2509211" y="4866527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群組 37"/>
          <p:cNvGrpSpPr/>
          <p:nvPr/>
        </p:nvGrpSpPr>
        <p:grpSpPr>
          <a:xfrm>
            <a:off x="4177020" y="2391998"/>
            <a:ext cx="864096" cy="360000"/>
            <a:chOff x="3392829" y="5019818"/>
            <a:chExt cx="864096" cy="360000"/>
          </a:xfrm>
        </p:grpSpPr>
        <p:sp>
          <p:nvSpPr>
            <p:cNvPr id="51" name="橢圓 50"/>
            <p:cNvSpPr/>
            <p:nvPr/>
          </p:nvSpPr>
          <p:spPr>
            <a:xfrm>
              <a:off x="3392829" y="5019818"/>
              <a:ext cx="864096" cy="360000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75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52" name="直線接點 51"/>
            <p:cNvCxnSpPr>
              <a:stCxn id="51" idx="0"/>
              <a:endCxn id="51" idx="4"/>
            </p:cNvCxnSpPr>
            <p:nvPr/>
          </p:nvCxnSpPr>
          <p:spPr>
            <a:xfrm>
              <a:off x="3824877" y="5019818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群組 53"/>
          <p:cNvGrpSpPr/>
          <p:nvPr/>
        </p:nvGrpSpPr>
        <p:grpSpPr>
          <a:xfrm>
            <a:off x="3232610" y="4872820"/>
            <a:ext cx="864096" cy="360000"/>
            <a:chOff x="3392829" y="5019818"/>
            <a:chExt cx="864096" cy="360000"/>
          </a:xfrm>
        </p:grpSpPr>
        <p:sp>
          <p:nvSpPr>
            <p:cNvPr id="55" name="橢圓 54"/>
            <p:cNvSpPr/>
            <p:nvPr/>
          </p:nvSpPr>
          <p:spPr>
            <a:xfrm>
              <a:off x="3392829" y="5019818"/>
              <a:ext cx="864096" cy="360000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b="1" dirty="0">
                  <a:solidFill>
                    <a:schemeClr val="tx1"/>
                  </a:solidFill>
                </a:rPr>
                <a:t>80  85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56" name="直線接點 55"/>
            <p:cNvCxnSpPr>
              <a:stCxn id="55" idx="0"/>
              <a:endCxn id="55" idx="4"/>
            </p:cNvCxnSpPr>
            <p:nvPr/>
          </p:nvCxnSpPr>
          <p:spPr>
            <a:xfrm>
              <a:off x="3824877" y="5019818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群組 59"/>
          <p:cNvGrpSpPr/>
          <p:nvPr/>
        </p:nvGrpSpPr>
        <p:grpSpPr>
          <a:xfrm>
            <a:off x="4162154" y="4869160"/>
            <a:ext cx="864096" cy="360000"/>
            <a:chOff x="3392829" y="5019818"/>
            <a:chExt cx="864096" cy="360000"/>
          </a:xfrm>
        </p:grpSpPr>
        <p:sp>
          <p:nvSpPr>
            <p:cNvPr id="61" name="橢圓 60"/>
            <p:cNvSpPr/>
            <p:nvPr/>
          </p:nvSpPr>
          <p:spPr>
            <a:xfrm>
              <a:off x="3392829" y="5019818"/>
              <a:ext cx="864096" cy="360000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b="1" dirty="0">
                  <a:solidFill>
                    <a:schemeClr val="tx1"/>
                  </a:solidFill>
                </a:rPr>
                <a:t>95  96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62" name="直線接點 61"/>
            <p:cNvCxnSpPr>
              <a:stCxn id="61" idx="0"/>
              <a:endCxn id="61" idx="4"/>
            </p:cNvCxnSpPr>
            <p:nvPr/>
          </p:nvCxnSpPr>
          <p:spPr>
            <a:xfrm>
              <a:off x="3824877" y="5019818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群組 62"/>
          <p:cNvGrpSpPr/>
          <p:nvPr/>
        </p:nvGrpSpPr>
        <p:grpSpPr>
          <a:xfrm>
            <a:off x="4158486" y="3705577"/>
            <a:ext cx="864096" cy="360000"/>
            <a:chOff x="3392829" y="5019818"/>
            <a:chExt cx="864096" cy="360000"/>
          </a:xfrm>
        </p:grpSpPr>
        <p:sp>
          <p:nvSpPr>
            <p:cNvPr id="64" name="橢圓 63"/>
            <p:cNvSpPr/>
            <p:nvPr/>
          </p:nvSpPr>
          <p:spPr>
            <a:xfrm>
              <a:off x="3392829" y="5019818"/>
              <a:ext cx="864096" cy="360000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90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65" name="直線接點 64"/>
            <p:cNvCxnSpPr>
              <a:stCxn id="64" idx="0"/>
              <a:endCxn id="64" idx="4"/>
            </p:cNvCxnSpPr>
            <p:nvPr/>
          </p:nvCxnSpPr>
          <p:spPr>
            <a:xfrm>
              <a:off x="3824877" y="5019818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55596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3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2-3 Tree</a:t>
            </a:r>
            <a:r>
              <a:rPr lang="zh-TW" altLang="en-US" dirty="0"/>
              <a:t> 的刪除 </a:t>
            </a:r>
            <a:r>
              <a:rPr lang="en-US" altLang="zh-TW" dirty="0"/>
              <a:t>(6/10)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狀況二：刪除的節點</a:t>
            </a:r>
            <a:r>
              <a:rPr lang="zh-TW" altLang="en-US" dirty="0">
                <a:solidFill>
                  <a:srgbClr val="C00000"/>
                </a:solidFill>
              </a:rPr>
              <a:t>非</a:t>
            </a:r>
            <a:r>
              <a:rPr lang="zh-TW" altLang="en-US" dirty="0"/>
              <a:t>樹葉節點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2026/05/13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16</a:t>
            </a:fld>
            <a:endParaRPr lang="en-US" altLang="zh-TW" dirty="0"/>
          </a:p>
        </p:txBody>
      </p:sp>
      <p:cxnSp>
        <p:nvCxnSpPr>
          <p:cNvPr id="8" name="直線接點 7"/>
          <p:cNvCxnSpPr>
            <a:stCxn id="22" idx="3"/>
            <a:endCxn id="7" idx="0"/>
          </p:cNvCxnSpPr>
          <p:nvPr/>
        </p:nvCxnSpPr>
        <p:spPr>
          <a:xfrm flipH="1">
            <a:off x="663614" y="4014964"/>
            <a:ext cx="613973" cy="8533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>
            <a:stCxn id="22" idx="4"/>
            <a:endCxn id="19" idx="0"/>
          </p:cNvCxnSpPr>
          <p:nvPr/>
        </p:nvCxnSpPr>
        <p:spPr>
          <a:xfrm>
            <a:off x="1583091" y="4067685"/>
            <a:ext cx="557" cy="8015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>
            <a:stCxn id="10" idx="3"/>
            <a:endCxn id="22" idx="0"/>
          </p:cNvCxnSpPr>
          <p:nvPr/>
        </p:nvCxnSpPr>
        <p:spPr>
          <a:xfrm flipH="1">
            <a:off x="1583091" y="2701351"/>
            <a:ext cx="2720473" cy="100633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群組 69"/>
          <p:cNvGrpSpPr/>
          <p:nvPr/>
        </p:nvGrpSpPr>
        <p:grpSpPr>
          <a:xfrm>
            <a:off x="231566" y="4868309"/>
            <a:ext cx="864096" cy="360000"/>
            <a:chOff x="231566" y="4868309"/>
            <a:chExt cx="864096" cy="360000"/>
          </a:xfrm>
        </p:grpSpPr>
        <p:sp>
          <p:nvSpPr>
            <p:cNvPr id="7" name="橢圓 6"/>
            <p:cNvSpPr/>
            <p:nvPr/>
          </p:nvSpPr>
          <p:spPr>
            <a:xfrm>
              <a:off x="231566" y="4868309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b="1" dirty="0">
                  <a:solidFill>
                    <a:schemeClr val="tx1"/>
                  </a:solidFill>
                </a:rPr>
                <a:t>10  15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15" name="直線接點 14"/>
            <p:cNvCxnSpPr>
              <a:stCxn id="7" idx="0"/>
              <a:endCxn id="7" idx="4"/>
            </p:cNvCxnSpPr>
            <p:nvPr/>
          </p:nvCxnSpPr>
          <p:spPr>
            <a:xfrm>
              <a:off x="663614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群組 36"/>
          <p:cNvGrpSpPr/>
          <p:nvPr/>
        </p:nvGrpSpPr>
        <p:grpSpPr>
          <a:xfrm>
            <a:off x="4177020" y="2394072"/>
            <a:ext cx="864096" cy="360000"/>
            <a:chOff x="4177020" y="2394072"/>
            <a:chExt cx="864096" cy="360000"/>
          </a:xfrm>
        </p:grpSpPr>
        <p:sp>
          <p:nvSpPr>
            <p:cNvPr id="10" name="橢圓 9"/>
            <p:cNvSpPr/>
            <p:nvPr/>
          </p:nvSpPr>
          <p:spPr>
            <a:xfrm>
              <a:off x="4177020" y="2394072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75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16" name="直線接點 15"/>
            <p:cNvCxnSpPr>
              <a:stCxn id="10" idx="0"/>
              <a:endCxn id="10" idx="4"/>
            </p:cNvCxnSpPr>
            <p:nvPr/>
          </p:nvCxnSpPr>
          <p:spPr>
            <a:xfrm>
              <a:off x="4609068" y="2394072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" name="直線接點 16"/>
          <p:cNvCxnSpPr>
            <a:stCxn id="10" idx="4"/>
          </p:cNvCxnSpPr>
          <p:nvPr/>
        </p:nvCxnSpPr>
        <p:spPr>
          <a:xfrm flipH="1">
            <a:off x="4591954" y="2754072"/>
            <a:ext cx="17114" cy="95272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橢圓 18"/>
          <p:cNvSpPr/>
          <p:nvPr/>
        </p:nvSpPr>
        <p:spPr>
          <a:xfrm>
            <a:off x="1151600" y="4869200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TW" b="1" dirty="0">
                <a:solidFill>
                  <a:schemeClr val="tx1"/>
                </a:solidFill>
              </a:rPr>
              <a:t>50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20" name="直線接點 19"/>
          <p:cNvCxnSpPr>
            <a:stCxn id="19" idx="0"/>
            <a:endCxn id="19" idx="4"/>
          </p:cNvCxnSpPr>
          <p:nvPr/>
        </p:nvCxnSpPr>
        <p:spPr>
          <a:xfrm>
            <a:off x="1583648" y="4869200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>
            <a:off x="2627784" y="4872820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/>
          <p:cNvSpPr/>
          <p:nvPr/>
        </p:nvSpPr>
        <p:spPr>
          <a:xfrm>
            <a:off x="1151043" y="3707685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TW" b="1" dirty="0">
                <a:solidFill>
                  <a:schemeClr val="tx1"/>
                </a:solidFill>
              </a:rPr>
              <a:t>35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23" name="直線接點 22"/>
          <p:cNvCxnSpPr>
            <a:stCxn id="22" idx="0"/>
            <a:endCxn id="22" idx="4"/>
          </p:cNvCxnSpPr>
          <p:nvPr/>
        </p:nvCxnSpPr>
        <p:spPr>
          <a:xfrm>
            <a:off x="1583091" y="3707685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6780581" y="2149612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/>
          <p:nvPr/>
        </p:nvCxnSpPr>
        <p:spPr>
          <a:xfrm>
            <a:off x="2497422" y="4868309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>
            <a:endCxn id="26" idx="0"/>
          </p:cNvCxnSpPr>
          <p:nvPr/>
        </p:nvCxnSpPr>
        <p:spPr>
          <a:xfrm flipH="1">
            <a:off x="3672477" y="4014073"/>
            <a:ext cx="613973" cy="8533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/>
          <p:nvPr/>
        </p:nvCxnSpPr>
        <p:spPr>
          <a:xfrm>
            <a:off x="4591954" y="4066794"/>
            <a:ext cx="557" cy="8015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群組 12"/>
          <p:cNvGrpSpPr/>
          <p:nvPr/>
        </p:nvGrpSpPr>
        <p:grpSpPr>
          <a:xfrm>
            <a:off x="3240429" y="4867418"/>
            <a:ext cx="864096" cy="360000"/>
            <a:chOff x="3240429" y="4867418"/>
            <a:chExt cx="864096" cy="360000"/>
          </a:xfrm>
        </p:grpSpPr>
        <p:sp>
          <p:nvSpPr>
            <p:cNvPr id="26" name="橢圓 25"/>
            <p:cNvSpPr/>
            <p:nvPr/>
          </p:nvSpPr>
          <p:spPr>
            <a:xfrm>
              <a:off x="3240429" y="4867418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b="1" dirty="0">
                  <a:solidFill>
                    <a:schemeClr val="tx1"/>
                  </a:solidFill>
                </a:rPr>
                <a:t>80  85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29" name="直線接點 28"/>
            <p:cNvCxnSpPr>
              <a:stCxn id="26" idx="0"/>
              <a:endCxn id="26" idx="4"/>
            </p:cNvCxnSpPr>
            <p:nvPr/>
          </p:nvCxnSpPr>
          <p:spPr>
            <a:xfrm>
              <a:off x="3672477" y="4867418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" name="直線接點 30"/>
          <p:cNvCxnSpPr/>
          <p:nvPr/>
        </p:nvCxnSpPr>
        <p:spPr>
          <a:xfrm>
            <a:off x="4591954" y="3706794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/>
          <p:cNvSpPr txBox="1"/>
          <p:nvPr/>
        </p:nvSpPr>
        <p:spPr>
          <a:xfrm>
            <a:off x="1921552" y="2356294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刪除</a:t>
            </a:r>
            <a:r>
              <a:rPr lang="en-US" altLang="zh-TW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90</a:t>
            </a:r>
            <a:endParaRPr lang="zh-TW" altLang="en-US" sz="2000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  <p:grpSp>
        <p:nvGrpSpPr>
          <p:cNvPr id="34" name="群組 33"/>
          <p:cNvGrpSpPr/>
          <p:nvPr/>
        </p:nvGrpSpPr>
        <p:grpSpPr>
          <a:xfrm>
            <a:off x="4158818" y="3713882"/>
            <a:ext cx="864096" cy="360000"/>
            <a:chOff x="4160463" y="4868309"/>
            <a:chExt cx="864096" cy="360000"/>
          </a:xfrm>
        </p:grpSpPr>
        <p:sp>
          <p:nvSpPr>
            <p:cNvPr id="35" name="橢圓 34"/>
            <p:cNvSpPr/>
            <p:nvPr/>
          </p:nvSpPr>
          <p:spPr>
            <a:xfrm>
              <a:off x="4160463" y="4868309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90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36" name="直線接點 35"/>
            <p:cNvCxnSpPr>
              <a:stCxn id="35" idx="0"/>
              <a:endCxn id="35" idx="4"/>
            </p:cNvCxnSpPr>
            <p:nvPr/>
          </p:nvCxnSpPr>
          <p:spPr>
            <a:xfrm>
              <a:off x="4592511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群組 39"/>
          <p:cNvGrpSpPr/>
          <p:nvPr/>
        </p:nvGrpSpPr>
        <p:grpSpPr>
          <a:xfrm>
            <a:off x="4158818" y="4866527"/>
            <a:ext cx="864096" cy="360000"/>
            <a:chOff x="4160463" y="4868309"/>
            <a:chExt cx="864096" cy="360000"/>
          </a:xfrm>
        </p:grpSpPr>
        <p:sp>
          <p:nvSpPr>
            <p:cNvPr id="41" name="橢圓 40"/>
            <p:cNvSpPr/>
            <p:nvPr/>
          </p:nvSpPr>
          <p:spPr>
            <a:xfrm>
              <a:off x="4160463" y="4868309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b="1" dirty="0">
                  <a:solidFill>
                    <a:schemeClr val="tx1"/>
                  </a:solidFill>
                </a:rPr>
                <a:t>95  96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42" name="直線接點 41"/>
            <p:cNvCxnSpPr>
              <a:stCxn id="41" idx="0"/>
              <a:endCxn id="41" idx="4"/>
            </p:cNvCxnSpPr>
            <p:nvPr/>
          </p:nvCxnSpPr>
          <p:spPr>
            <a:xfrm>
              <a:off x="4592511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3" name="直線接點 52"/>
          <p:cNvCxnSpPr/>
          <p:nvPr/>
        </p:nvCxnSpPr>
        <p:spPr>
          <a:xfrm>
            <a:off x="2509211" y="4866527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群組 59"/>
          <p:cNvGrpSpPr/>
          <p:nvPr/>
        </p:nvGrpSpPr>
        <p:grpSpPr>
          <a:xfrm>
            <a:off x="4164664" y="4869160"/>
            <a:ext cx="864096" cy="360000"/>
            <a:chOff x="3392829" y="5019818"/>
            <a:chExt cx="864096" cy="360000"/>
          </a:xfrm>
        </p:grpSpPr>
        <p:sp>
          <p:nvSpPr>
            <p:cNvPr id="61" name="橢圓 60"/>
            <p:cNvSpPr/>
            <p:nvPr/>
          </p:nvSpPr>
          <p:spPr>
            <a:xfrm>
              <a:off x="3392829" y="5019818"/>
              <a:ext cx="864096" cy="360000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96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62" name="直線接點 61"/>
            <p:cNvCxnSpPr>
              <a:stCxn id="61" idx="0"/>
              <a:endCxn id="61" idx="4"/>
            </p:cNvCxnSpPr>
            <p:nvPr/>
          </p:nvCxnSpPr>
          <p:spPr>
            <a:xfrm>
              <a:off x="3824877" y="5019818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群組 62"/>
          <p:cNvGrpSpPr/>
          <p:nvPr/>
        </p:nvGrpSpPr>
        <p:grpSpPr>
          <a:xfrm>
            <a:off x="4160996" y="3705577"/>
            <a:ext cx="864096" cy="360000"/>
            <a:chOff x="3392829" y="5019818"/>
            <a:chExt cx="864096" cy="360000"/>
          </a:xfrm>
        </p:grpSpPr>
        <p:sp>
          <p:nvSpPr>
            <p:cNvPr id="64" name="橢圓 63"/>
            <p:cNvSpPr/>
            <p:nvPr/>
          </p:nvSpPr>
          <p:spPr>
            <a:xfrm>
              <a:off x="3392829" y="5019818"/>
              <a:ext cx="864096" cy="360000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95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65" name="直線接點 64"/>
            <p:cNvCxnSpPr>
              <a:stCxn id="64" idx="0"/>
              <a:endCxn id="64" idx="4"/>
            </p:cNvCxnSpPr>
            <p:nvPr/>
          </p:nvCxnSpPr>
          <p:spPr>
            <a:xfrm>
              <a:off x="3824877" y="5019818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向下箭號 56"/>
          <p:cNvSpPr/>
          <p:nvPr/>
        </p:nvSpPr>
        <p:spPr>
          <a:xfrm rot="10800000">
            <a:off x="4355956" y="2755525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8" name="向下箭號 57"/>
          <p:cNvSpPr/>
          <p:nvPr/>
        </p:nvSpPr>
        <p:spPr>
          <a:xfrm>
            <a:off x="4522804" y="2900865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向下箭號 58"/>
          <p:cNvSpPr/>
          <p:nvPr/>
        </p:nvSpPr>
        <p:spPr>
          <a:xfrm rot="10800000">
            <a:off x="4352475" y="4077048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5125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57" grpId="0" animBg="1"/>
      <p:bldP spid="57" grpId="1" animBg="1"/>
      <p:bldP spid="58" grpId="0" animBg="1"/>
      <p:bldP spid="5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2-3 Tree</a:t>
            </a:r>
            <a:r>
              <a:rPr lang="zh-TW" altLang="en-US" dirty="0"/>
              <a:t> 的刪除 </a:t>
            </a:r>
            <a:r>
              <a:rPr lang="en-US" altLang="zh-TW" dirty="0"/>
              <a:t>(7/10)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狀況二：刪除的節點</a:t>
            </a:r>
            <a:r>
              <a:rPr lang="zh-TW" altLang="en-US" dirty="0">
                <a:solidFill>
                  <a:srgbClr val="C00000"/>
                </a:solidFill>
              </a:rPr>
              <a:t>非</a:t>
            </a:r>
            <a:r>
              <a:rPr lang="zh-TW" altLang="en-US" dirty="0"/>
              <a:t>樹葉節點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2026/05/13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17</a:t>
            </a:fld>
            <a:endParaRPr lang="en-US" altLang="zh-TW" dirty="0"/>
          </a:p>
        </p:txBody>
      </p:sp>
      <p:cxnSp>
        <p:nvCxnSpPr>
          <p:cNvPr id="8" name="直線接點 7"/>
          <p:cNvCxnSpPr>
            <a:stCxn id="22" idx="3"/>
            <a:endCxn id="7" idx="0"/>
          </p:cNvCxnSpPr>
          <p:nvPr/>
        </p:nvCxnSpPr>
        <p:spPr>
          <a:xfrm flipH="1">
            <a:off x="663614" y="4014964"/>
            <a:ext cx="613973" cy="8533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>
            <a:stCxn id="22" idx="4"/>
            <a:endCxn id="19" idx="0"/>
          </p:cNvCxnSpPr>
          <p:nvPr/>
        </p:nvCxnSpPr>
        <p:spPr>
          <a:xfrm>
            <a:off x="1583091" y="4067685"/>
            <a:ext cx="557" cy="8015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>
            <a:stCxn id="10" idx="3"/>
            <a:endCxn id="22" idx="0"/>
          </p:cNvCxnSpPr>
          <p:nvPr/>
        </p:nvCxnSpPr>
        <p:spPr>
          <a:xfrm flipH="1">
            <a:off x="1583091" y="2701351"/>
            <a:ext cx="2720473" cy="100633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群組 69"/>
          <p:cNvGrpSpPr/>
          <p:nvPr/>
        </p:nvGrpSpPr>
        <p:grpSpPr>
          <a:xfrm>
            <a:off x="231566" y="4868309"/>
            <a:ext cx="864096" cy="360000"/>
            <a:chOff x="231566" y="4868309"/>
            <a:chExt cx="864096" cy="360000"/>
          </a:xfrm>
        </p:grpSpPr>
        <p:sp>
          <p:nvSpPr>
            <p:cNvPr id="7" name="橢圓 6"/>
            <p:cNvSpPr/>
            <p:nvPr/>
          </p:nvSpPr>
          <p:spPr>
            <a:xfrm>
              <a:off x="231566" y="4868309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b="1" dirty="0">
                  <a:solidFill>
                    <a:schemeClr val="tx1"/>
                  </a:solidFill>
                </a:rPr>
                <a:t>10  15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15" name="直線接點 14"/>
            <p:cNvCxnSpPr>
              <a:stCxn id="7" idx="0"/>
              <a:endCxn id="7" idx="4"/>
            </p:cNvCxnSpPr>
            <p:nvPr/>
          </p:nvCxnSpPr>
          <p:spPr>
            <a:xfrm>
              <a:off x="663614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群組 36"/>
          <p:cNvGrpSpPr/>
          <p:nvPr/>
        </p:nvGrpSpPr>
        <p:grpSpPr>
          <a:xfrm>
            <a:off x="4177020" y="2394072"/>
            <a:ext cx="864096" cy="360000"/>
            <a:chOff x="4177020" y="2394072"/>
            <a:chExt cx="864096" cy="360000"/>
          </a:xfrm>
        </p:grpSpPr>
        <p:sp>
          <p:nvSpPr>
            <p:cNvPr id="10" name="橢圓 9"/>
            <p:cNvSpPr/>
            <p:nvPr/>
          </p:nvSpPr>
          <p:spPr>
            <a:xfrm>
              <a:off x="4177020" y="2394072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75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16" name="直線接點 15"/>
            <p:cNvCxnSpPr>
              <a:stCxn id="10" idx="0"/>
              <a:endCxn id="10" idx="4"/>
            </p:cNvCxnSpPr>
            <p:nvPr/>
          </p:nvCxnSpPr>
          <p:spPr>
            <a:xfrm>
              <a:off x="4609068" y="2394072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" name="直線接點 16"/>
          <p:cNvCxnSpPr>
            <a:stCxn id="10" idx="4"/>
          </p:cNvCxnSpPr>
          <p:nvPr/>
        </p:nvCxnSpPr>
        <p:spPr>
          <a:xfrm flipH="1">
            <a:off x="4591954" y="2754072"/>
            <a:ext cx="17114" cy="95272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橢圓 18"/>
          <p:cNvSpPr/>
          <p:nvPr/>
        </p:nvSpPr>
        <p:spPr>
          <a:xfrm>
            <a:off x="1151600" y="4869200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TW" b="1" dirty="0">
                <a:solidFill>
                  <a:schemeClr val="tx1"/>
                </a:solidFill>
              </a:rPr>
              <a:t>50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20" name="直線接點 19"/>
          <p:cNvCxnSpPr>
            <a:stCxn id="19" idx="0"/>
            <a:endCxn id="19" idx="4"/>
          </p:cNvCxnSpPr>
          <p:nvPr/>
        </p:nvCxnSpPr>
        <p:spPr>
          <a:xfrm>
            <a:off x="1583648" y="4869200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>
            <a:off x="2627784" y="4872820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/>
          <p:cNvSpPr/>
          <p:nvPr/>
        </p:nvSpPr>
        <p:spPr>
          <a:xfrm>
            <a:off x="1151043" y="3707685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TW" b="1" dirty="0">
                <a:solidFill>
                  <a:schemeClr val="tx1"/>
                </a:solidFill>
              </a:rPr>
              <a:t>35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23" name="直線接點 22"/>
          <p:cNvCxnSpPr>
            <a:stCxn id="22" idx="0"/>
            <a:endCxn id="22" idx="4"/>
          </p:cNvCxnSpPr>
          <p:nvPr/>
        </p:nvCxnSpPr>
        <p:spPr>
          <a:xfrm>
            <a:off x="1583091" y="3707685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6780581" y="2149612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/>
          <p:nvPr/>
        </p:nvCxnSpPr>
        <p:spPr>
          <a:xfrm>
            <a:off x="2497422" y="4868309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>
            <a:endCxn id="26" idx="0"/>
          </p:cNvCxnSpPr>
          <p:nvPr/>
        </p:nvCxnSpPr>
        <p:spPr>
          <a:xfrm flipH="1">
            <a:off x="3672477" y="4014073"/>
            <a:ext cx="613973" cy="8533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/>
          <p:nvPr/>
        </p:nvCxnSpPr>
        <p:spPr>
          <a:xfrm>
            <a:off x="4591954" y="4066794"/>
            <a:ext cx="557" cy="8015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群組 12"/>
          <p:cNvGrpSpPr/>
          <p:nvPr/>
        </p:nvGrpSpPr>
        <p:grpSpPr>
          <a:xfrm>
            <a:off x="3240429" y="4867418"/>
            <a:ext cx="864096" cy="360000"/>
            <a:chOff x="3240429" y="4867418"/>
            <a:chExt cx="864096" cy="360000"/>
          </a:xfrm>
        </p:grpSpPr>
        <p:sp>
          <p:nvSpPr>
            <p:cNvPr id="26" name="橢圓 25"/>
            <p:cNvSpPr/>
            <p:nvPr/>
          </p:nvSpPr>
          <p:spPr>
            <a:xfrm>
              <a:off x="3240429" y="4867418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b="1" dirty="0">
                  <a:solidFill>
                    <a:schemeClr val="tx1"/>
                  </a:solidFill>
                </a:rPr>
                <a:t>80  85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29" name="直線接點 28"/>
            <p:cNvCxnSpPr>
              <a:stCxn id="26" idx="0"/>
              <a:endCxn id="26" idx="4"/>
            </p:cNvCxnSpPr>
            <p:nvPr/>
          </p:nvCxnSpPr>
          <p:spPr>
            <a:xfrm>
              <a:off x="3672477" y="4867418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" name="直線接點 30"/>
          <p:cNvCxnSpPr/>
          <p:nvPr/>
        </p:nvCxnSpPr>
        <p:spPr>
          <a:xfrm>
            <a:off x="4591954" y="3706794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/>
          <p:cNvSpPr txBox="1"/>
          <p:nvPr/>
        </p:nvSpPr>
        <p:spPr>
          <a:xfrm>
            <a:off x="1921552" y="2356294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刪除</a:t>
            </a:r>
            <a:r>
              <a:rPr lang="en-US" altLang="zh-TW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95</a:t>
            </a:r>
            <a:endParaRPr lang="zh-TW" altLang="en-US" sz="2000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  <p:grpSp>
        <p:nvGrpSpPr>
          <p:cNvPr id="34" name="群組 33"/>
          <p:cNvGrpSpPr/>
          <p:nvPr/>
        </p:nvGrpSpPr>
        <p:grpSpPr>
          <a:xfrm>
            <a:off x="4158818" y="3713882"/>
            <a:ext cx="864096" cy="360000"/>
            <a:chOff x="4160463" y="4868309"/>
            <a:chExt cx="864096" cy="360000"/>
          </a:xfrm>
        </p:grpSpPr>
        <p:sp>
          <p:nvSpPr>
            <p:cNvPr id="35" name="橢圓 34"/>
            <p:cNvSpPr/>
            <p:nvPr/>
          </p:nvSpPr>
          <p:spPr>
            <a:xfrm>
              <a:off x="4160463" y="4868309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95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36" name="直線接點 35"/>
            <p:cNvCxnSpPr>
              <a:stCxn id="35" idx="0"/>
              <a:endCxn id="35" idx="4"/>
            </p:cNvCxnSpPr>
            <p:nvPr/>
          </p:nvCxnSpPr>
          <p:spPr>
            <a:xfrm>
              <a:off x="4592511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群組 39"/>
          <p:cNvGrpSpPr/>
          <p:nvPr/>
        </p:nvGrpSpPr>
        <p:grpSpPr>
          <a:xfrm>
            <a:off x="4158818" y="4866527"/>
            <a:ext cx="864096" cy="360000"/>
            <a:chOff x="4160463" y="4868309"/>
            <a:chExt cx="864096" cy="360000"/>
          </a:xfrm>
        </p:grpSpPr>
        <p:sp>
          <p:nvSpPr>
            <p:cNvPr id="41" name="橢圓 40"/>
            <p:cNvSpPr/>
            <p:nvPr/>
          </p:nvSpPr>
          <p:spPr>
            <a:xfrm>
              <a:off x="4160463" y="4868309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96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42" name="直線接點 41"/>
            <p:cNvCxnSpPr>
              <a:stCxn id="41" idx="0"/>
              <a:endCxn id="41" idx="4"/>
            </p:cNvCxnSpPr>
            <p:nvPr/>
          </p:nvCxnSpPr>
          <p:spPr>
            <a:xfrm>
              <a:off x="4592511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3" name="直線接點 52"/>
          <p:cNvCxnSpPr/>
          <p:nvPr/>
        </p:nvCxnSpPr>
        <p:spPr>
          <a:xfrm>
            <a:off x="2509211" y="4866527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群組 59"/>
          <p:cNvGrpSpPr/>
          <p:nvPr/>
        </p:nvGrpSpPr>
        <p:grpSpPr>
          <a:xfrm>
            <a:off x="3240916" y="4869160"/>
            <a:ext cx="864096" cy="360000"/>
            <a:chOff x="3392829" y="5019818"/>
            <a:chExt cx="864096" cy="360000"/>
          </a:xfrm>
        </p:grpSpPr>
        <p:sp>
          <p:nvSpPr>
            <p:cNvPr id="61" name="橢圓 60"/>
            <p:cNvSpPr/>
            <p:nvPr/>
          </p:nvSpPr>
          <p:spPr>
            <a:xfrm>
              <a:off x="3392829" y="5019818"/>
              <a:ext cx="864096" cy="360000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80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62" name="直線接點 61"/>
            <p:cNvCxnSpPr>
              <a:stCxn id="61" idx="0"/>
              <a:endCxn id="61" idx="4"/>
            </p:cNvCxnSpPr>
            <p:nvPr/>
          </p:nvCxnSpPr>
          <p:spPr>
            <a:xfrm>
              <a:off x="3824877" y="5019818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群組 62"/>
          <p:cNvGrpSpPr/>
          <p:nvPr/>
        </p:nvGrpSpPr>
        <p:grpSpPr>
          <a:xfrm>
            <a:off x="4158486" y="3705577"/>
            <a:ext cx="864096" cy="360000"/>
            <a:chOff x="3392829" y="5019818"/>
            <a:chExt cx="864096" cy="360000"/>
          </a:xfrm>
        </p:grpSpPr>
        <p:sp>
          <p:nvSpPr>
            <p:cNvPr id="64" name="橢圓 63"/>
            <p:cNvSpPr/>
            <p:nvPr/>
          </p:nvSpPr>
          <p:spPr>
            <a:xfrm>
              <a:off x="3392829" y="5019818"/>
              <a:ext cx="864096" cy="360000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85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65" name="直線接點 64"/>
            <p:cNvCxnSpPr>
              <a:stCxn id="64" idx="0"/>
              <a:endCxn id="64" idx="4"/>
            </p:cNvCxnSpPr>
            <p:nvPr/>
          </p:nvCxnSpPr>
          <p:spPr>
            <a:xfrm>
              <a:off x="3824877" y="5019818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向下箭號 56"/>
          <p:cNvSpPr/>
          <p:nvPr/>
        </p:nvSpPr>
        <p:spPr>
          <a:xfrm rot="10800000">
            <a:off x="4355956" y="2755525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8" name="向下箭號 57"/>
          <p:cNvSpPr/>
          <p:nvPr/>
        </p:nvSpPr>
        <p:spPr>
          <a:xfrm>
            <a:off x="4522804" y="2900865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向下箭號 58"/>
          <p:cNvSpPr/>
          <p:nvPr/>
        </p:nvSpPr>
        <p:spPr>
          <a:xfrm rot="10800000">
            <a:off x="4352475" y="4077048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2423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57" grpId="0" animBg="1"/>
      <p:bldP spid="57" grpId="1" animBg="1"/>
      <p:bldP spid="58" grpId="0" animBg="1"/>
      <p:bldP spid="5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2-3 Tree</a:t>
            </a:r>
            <a:r>
              <a:rPr lang="zh-TW" altLang="en-US" dirty="0"/>
              <a:t> 的刪除 </a:t>
            </a:r>
            <a:r>
              <a:rPr lang="en-US" altLang="zh-TW" dirty="0"/>
              <a:t>(8/10)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狀況二：刪除的節點</a:t>
            </a:r>
            <a:r>
              <a:rPr lang="zh-TW" altLang="en-US" dirty="0">
                <a:solidFill>
                  <a:srgbClr val="C00000"/>
                </a:solidFill>
              </a:rPr>
              <a:t>非</a:t>
            </a:r>
            <a:r>
              <a:rPr lang="zh-TW" altLang="en-US" dirty="0"/>
              <a:t>樹葉節點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2026/05/13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18</a:t>
            </a:fld>
            <a:endParaRPr lang="en-US" altLang="zh-TW" dirty="0"/>
          </a:p>
        </p:txBody>
      </p:sp>
      <p:cxnSp>
        <p:nvCxnSpPr>
          <p:cNvPr id="8" name="直線接點 7"/>
          <p:cNvCxnSpPr>
            <a:stCxn id="22" idx="3"/>
            <a:endCxn id="7" idx="0"/>
          </p:cNvCxnSpPr>
          <p:nvPr/>
        </p:nvCxnSpPr>
        <p:spPr>
          <a:xfrm flipH="1">
            <a:off x="663614" y="4014964"/>
            <a:ext cx="613973" cy="8533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>
            <a:stCxn id="22" idx="4"/>
            <a:endCxn id="19" idx="0"/>
          </p:cNvCxnSpPr>
          <p:nvPr/>
        </p:nvCxnSpPr>
        <p:spPr>
          <a:xfrm>
            <a:off x="1583091" y="4067685"/>
            <a:ext cx="557" cy="8015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>
            <a:stCxn id="10" idx="3"/>
            <a:endCxn id="22" idx="0"/>
          </p:cNvCxnSpPr>
          <p:nvPr/>
        </p:nvCxnSpPr>
        <p:spPr>
          <a:xfrm flipH="1">
            <a:off x="1583091" y="2701351"/>
            <a:ext cx="2720473" cy="100633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群組 69"/>
          <p:cNvGrpSpPr/>
          <p:nvPr/>
        </p:nvGrpSpPr>
        <p:grpSpPr>
          <a:xfrm>
            <a:off x="231566" y="4868309"/>
            <a:ext cx="864096" cy="360000"/>
            <a:chOff x="231566" y="4868309"/>
            <a:chExt cx="864096" cy="360000"/>
          </a:xfrm>
        </p:grpSpPr>
        <p:sp>
          <p:nvSpPr>
            <p:cNvPr id="7" name="橢圓 6"/>
            <p:cNvSpPr/>
            <p:nvPr/>
          </p:nvSpPr>
          <p:spPr>
            <a:xfrm>
              <a:off x="231566" y="4868309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b="1" dirty="0">
                  <a:solidFill>
                    <a:schemeClr val="tx1"/>
                  </a:solidFill>
                </a:rPr>
                <a:t>10  15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15" name="直線接點 14"/>
            <p:cNvCxnSpPr>
              <a:stCxn id="7" idx="0"/>
              <a:endCxn id="7" idx="4"/>
            </p:cNvCxnSpPr>
            <p:nvPr/>
          </p:nvCxnSpPr>
          <p:spPr>
            <a:xfrm>
              <a:off x="663614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群組 36"/>
          <p:cNvGrpSpPr/>
          <p:nvPr/>
        </p:nvGrpSpPr>
        <p:grpSpPr>
          <a:xfrm>
            <a:off x="4177020" y="2394072"/>
            <a:ext cx="864096" cy="360000"/>
            <a:chOff x="4177020" y="2394072"/>
            <a:chExt cx="864096" cy="360000"/>
          </a:xfrm>
        </p:grpSpPr>
        <p:sp>
          <p:nvSpPr>
            <p:cNvPr id="10" name="橢圓 9"/>
            <p:cNvSpPr/>
            <p:nvPr/>
          </p:nvSpPr>
          <p:spPr>
            <a:xfrm>
              <a:off x="4177020" y="2394072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75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16" name="直線接點 15"/>
            <p:cNvCxnSpPr>
              <a:stCxn id="10" idx="0"/>
              <a:endCxn id="10" idx="4"/>
            </p:cNvCxnSpPr>
            <p:nvPr/>
          </p:nvCxnSpPr>
          <p:spPr>
            <a:xfrm>
              <a:off x="4609068" y="2394072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" name="直線接點 16"/>
          <p:cNvCxnSpPr>
            <a:stCxn id="10" idx="4"/>
          </p:cNvCxnSpPr>
          <p:nvPr/>
        </p:nvCxnSpPr>
        <p:spPr>
          <a:xfrm flipH="1">
            <a:off x="4591954" y="2754072"/>
            <a:ext cx="17114" cy="95272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橢圓 18"/>
          <p:cNvSpPr/>
          <p:nvPr/>
        </p:nvSpPr>
        <p:spPr>
          <a:xfrm>
            <a:off x="1151600" y="4869200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TW" b="1" dirty="0">
                <a:solidFill>
                  <a:schemeClr val="tx1"/>
                </a:solidFill>
              </a:rPr>
              <a:t>50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20" name="直線接點 19"/>
          <p:cNvCxnSpPr>
            <a:stCxn id="19" idx="0"/>
            <a:endCxn id="19" idx="4"/>
          </p:cNvCxnSpPr>
          <p:nvPr/>
        </p:nvCxnSpPr>
        <p:spPr>
          <a:xfrm>
            <a:off x="1583648" y="4869200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/>
          <p:cNvSpPr/>
          <p:nvPr/>
        </p:nvSpPr>
        <p:spPr>
          <a:xfrm>
            <a:off x="1151043" y="3707685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TW" b="1" dirty="0">
                <a:solidFill>
                  <a:schemeClr val="tx1"/>
                </a:solidFill>
              </a:rPr>
              <a:t>35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23" name="直線接點 22"/>
          <p:cNvCxnSpPr>
            <a:stCxn id="22" idx="0"/>
            <a:endCxn id="22" idx="4"/>
          </p:cNvCxnSpPr>
          <p:nvPr/>
        </p:nvCxnSpPr>
        <p:spPr>
          <a:xfrm>
            <a:off x="1583091" y="3707685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6780581" y="2149612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>
            <a:endCxn id="26" idx="0"/>
          </p:cNvCxnSpPr>
          <p:nvPr/>
        </p:nvCxnSpPr>
        <p:spPr>
          <a:xfrm flipH="1">
            <a:off x="3672477" y="4014073"/>
            <a:ext cx="613973" cy="8533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/>
          <p:nvPr/>
        </p:nvCxnSpPr>
        <p:spPr>
          <a:xfrm>
            <a:off x="4591954" y="4066794"/>
            <a:ext cx="557" cy="8015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群組 12"/>
          <p:cNvGrpSpPr/>
          <p:nvPr/>
        </p:nvGrpSpPr>
        <p:grpSpPr>
          <a:xfrm>
            <a:off x="3240429" y="4867418"/>
            <a:ext cx="864096" cy="360000"/>
            <a:chOff x="3240429" y="4867418"/>
            <a:chExt cx="864096" cy="360000"/>
          </a:xfrm>
        </p:grpSpPr>
        <p:sp>
          <p:nvSpPr>
            <p:cNvPr id="26" name="橢圓 25"/>
            <p:cNvSpPr/>
            <p:nvPr/>
          </p:nvSpPr>
          <p:spPr>
            <a:xfrm>
              <a:off x="3240429" y="4867418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80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29" name="直線接點 28"/>
            <p:cNvCxnSpPr>
              <a:stCxn id="26" idx="0"/>
              <a:endCxn id="26" idx="4"/>
            </p:cNvCxnSpPr>
            <p:nvPr/>
          </p:nvCxnSpPr>
          <p:spPr>
            <a:xfrm>
              <a:off x="3672477" y="4867418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" name="直線接點 30"/>
          <p:cNvCxnSpPr/>
          <p:nvPr/>
        </p:nvCxnSpPr>
        <p:spPr>
          <a:xfrm>
            <a:off x="4591954" y="3706794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/>
          <p:cNvSpPr txBox="1"/>
          <p:nvPr/>
        </p:nvSpPr>
        <p:spPr>
          <a:xfrm>
            <a:off x="1921552" y="2356294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刪除</a:t>
            </a:r>
            <a:r>
              <a:rPr lang="en-US" altLang="zh-TW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75</a:t>
            </a:r>
            <a:endParaRPr lang="zh-TW" altLang="en-US" sz="2000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  <p:grpSp>
        <p:nvGrpSpPr>
          <p:cNvPr id="34" name="群組 33"/>
          <p:cNvGrpSpPr/>
          <p:nvPr/>
        </p:nvGrpSpPr>
        <p:grpSpPr>
          <a:xfrm>
            <a:off x="4158818" y="3713882"/>
            <a:ext cx="864096" cy="360000"/>
            <a:chOff x="4160463" y="4868309"/>
            <a:chExt cx="864096" cy="360000"/>
          </a:xfrm>
        </p:grpSpPr>
        <p:sp>
          <p:nvSpPr>
            <p:cNvPr id="35" name="橢圓 34"/>
            <p:cNvSpPr/>
            <p:nvPr/>
          </p:nvSpPr>
          <p:spPr>
            <a:xfrm>
              <a:off x="4160463" y="4868309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85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36" name="直線接點 35"/>
            <p:cNvCxnSpPr>
              <a:stCxn id="35" idx="0"/>
              <a:endCxn id="35" idx="4"/>
            </p:cNvCxnSpPr>
            <p:nvPr/>
          </p:nvCxnSpPr>
          <p:spPr>
            <a:xfrm>
              <a:off x="4592511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群組 39"/>
          <p:cNvGrpSpPr/>
          <p:nvPr/>
        </p:nvGrpSpPr>
        <p:grpSpPr>
          <a:xfrm>
            <a:off x="4158818" y="4866527"/>
            <a:ext cx="864096" cy="360000"/>
            <a:chOff x="4160463" y="4868309"/>
            <a:chExt cx="864096" cy="360000"/>
          </a:xfrm>
        </p:grpSpPr>
        <p:sp>
          <p:nvSpPr>
            <p:cNvPr id="41" name="橢圓 40"/>
            <p:cNvSpPr/>
            <p:nvPr/>
          </p:nvSpPr>
          <p:spPr>
            <a:xfrm>
              <a:off x="4160463" y="4868309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96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42" name="直線接點 41"/>
            <p:cNvCxnSpPr>
              <a:stCxn id="41" idx="0"/>
              <a:endCxn id="41" idx="4"/>
            </p:cNvCxnSpPr>
            <p:nvPr/>
          </p:nvCxnSpPr>
          <p:spPr>
            <a:xfrm>
              <a:off x="4592511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群組 59"/>
          <p:cNvGrpSpPr/>
          <p:nvPr/>
        </p:nvGrpSpPr>
        <p:grpSpPr>
          <a:xfrm>
            <a:off x="4177020" y="2395110"/>
            <a:ext cx="864096" cy="360000"/>
            <a:chOff x="3392829" y="5019818"/>
            <a:chExt cx="864096" cy="360000"/>
          </a:xfrm>
        </p:grpSpPr>
        <p:sp>
          <p:nvSpPr>
            <p:cNvPr id="61" name="橢圓 60"/>
            <p:cNvSpPr/>
            <p:nvPr/>
          </p:nvSpPr>
          <p:spPr>
            <a:xfrm>
              <a:off x="3392829" y="5019818"/>
              <a:ext cx="864096" cy="360000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80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62" name="直線接點 61"/>
            <p:cNvCxnSpPr>
              <a:stCxn id="61" idx="0"/>
              <a:endCxn id="61" idx="4"/>
            </p:cNvCxnSpPr>
            <p:nvPr/>
          </p:nvCxnSpPr>
          <p:spPr>
            <a:xfrm>
              <a:off x="3824877" y="5019818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向下箭號 56"/>
          <p:cNvSpPr/>
          <p:nvPr/>
        </p:nvSpPr>
        <p:spPr>
          <a:xfrm rot="10800000">
            <a:off x="4355956" y="2755525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5042841" y="2353962"/>
            <a:ext cx="41376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(1) 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以該節點的</a:t>
            </a:r>
            <a:r>
              <a:rPr lang="zh-TW" altLang="en-US" sz="2000" b="1" dirty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右子樹最小值</a:t>
            </a:r>
            <a:r>
              <a:rPr lang="en-US" altLang="zh-TW" sz="2000" b="1" dirty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80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替代</a:t>
            </a:r>
          </a:p>
        </p:txBody>
      </p:sp>
      <p:sp>
        <p:nvSpPr>
          <p:cNvPr id="48" name="圓角矩形 47"/>
          <p:cNvSpPr/>
          <p:nvPr/>
        </p:nvSpPr>
        <p:spPr>
          <a:xfrm>
            <a:off x="3933274" y="3495443"/>
            <a:ext cx="1284063" cy="1944216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30" name="群組 29"/>
          <p:cNvGrpSpPr/>
          <p:nvPr/>
        </p:nvGrpSpPr>
        <p:grpSpPr>
          <a:xfrm>
            <a:off x="6260881" y="3710653"/>
            <a:ext cx="2703607" cy="1521515"/>
            <a:chOff x="5963631" y="3710653"/>
            <a:chExt cx="2703607" cy="1521515"/>
          </a:xfrm>
        </p:grpSpPr>
        <p:cxnSp>
          <p:nvCxnSpPr>
            <p:cNvPr id="49" name="直線接點 48"/>
            <p:cNvCxnSpPr>
              <a:stCxn id="66" idx="3"/>
              <a:endCxn id="52" idx="0"/>
            </p:cNvCxnSpPr>
            <p:nvPr/>
          </p:nvCxnSpPr>
          <p:spPr>
            <a:xfrm flipH="1">
              <a:off x="6395679" y="4017932"/>
              <a:ext cx="613973" cy="85334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接點 49"/>
            <p:cNvCxnSpPr>
              <a:stCxn id="66" idx="4"/>
              <a:endCxn id="55" idx="0"/>
            </p:cNvCxnSpPr>
            <p:nvPr/>
          </p:nvCxnSpPr>
          <p:spPr>
            <a:xfrm>
              <a:off x="7315156" y="4070653"/>
              <a:ext cx="557" cy="80151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1" name="群組 50"/>
            <p:cNvGrpSpPr/>
            <p:nvPr/>
          </p:nvGrpSpPr>
          <p:grpSpPr>
            <a:xfrm>
              <a:off x="5963631" y="4871277"/>
              <a:ext cx="864096" cy="360000"/>
              <a:chOff x="231566" y="4868309"/>
              <a:chExt cx="864096" cy="360000"/>
            </a:xfrm>
          </p:grpSpPr>
          <p:sp>
            <p:nvSpPr>
              <p:cNvPr id="52" name="橢圓 51"/>
              <p:cNvSpPr/>
              <p:nvPr/>
            </p:nvSpPr>
            <p:spPr>
              <a:xfrm>
                <a:off x="231566" y="4868309"/>
                <a:ext cx="864096" cy="36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TW" b="1" dirty="0">
                    <a:solidFill>
                      <a:schemeClr val="tx1"/>
                    </a:solidFill>
                  </a:rPr>
                  <a:t>10  15</a:t>
                </a:r>
                <a:endParaRPr lang="zh-TW" altLang="en-US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54" name="直線接點 53"/>
              <p:cNvCxnSpPr>
                <a:stCxn id="52" idx="0"/>
                <a:endCxn id="52" idx="4"/>
              </p:cNvCxnSpPr>
              <p:nvPr/>
            </p:nvCxnSpPr>
            <p:spPr>
              <a:xfrm>
                <a:off x="663614" y="4868309"/>
                <a:ext cx="0" cy="360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5" name="橢圓 54"/>
            <p:cNvSpPr/>
            <p:nvPr/>
          </p:nvSpPr>
          <p:spPr>
            <a:xfrm>
              <a:off x="6883665" y="4872168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50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56" name="直線接點 55"/>
            <p:cNvCxnSpPr>
              <a:stCxn id="55" idx="0"/>
              <a:endCxn id="55" idx="4"/>
            </p:cNvCxnSpPr>
            <p:nvPr/>
          </p:nvCxnSpPr>
          <p:spPr>
            <a:xfrm>
              <a:off x="7315713" y="4872168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橢圓 65"/>
            <p:cNvSpPr/>
            <p:nvPr/>
          </p:nvSpPr>
          <p:spPr>
            <a:xfrm>
              <a:off x="6883108" y="3710653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b="1" dirty="0">
                  <a:solidFill>
                    <a:schemeClr val="tx1"/>
                  </a:solidFill>
                </a:rPr>
                <a:t>35  80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67" name="直線接點 66"/>
            <p:cNvCxnSpPr>
              <a:stCxn id="66" idx="0"/>
              <a:endCxn id="66" idx="4"/>
            </p:cNvCxnSpPr>
            <p:nvPr/>
          </p:nvCxnSpPr>
          <p:spPr>
            <a:xfrm>
              <a:off x="7315156" y="371065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8" name="群組 67"/>
            <p:cNvGrpSpPr/>
            <p:nvPr/>
          </p:nvGrpSpPr>
          <p:grpSpPr>
            <a:xfrm>
              <a:off x="7803142" y="4866527"/>
              <a:ext cx="864096" cy="360000"/>
              <a:chOff x="231566" y="4868309"/>
              <a:chExt cx="864096" cy="360000"/>
            </a:xfrm>
          </p:grpSpPr>
          <p:sp>
            <p:nvSpPr>
              <p:cNvPr id="69" name="橢圓 68"/>
              <p:cNvSpPr/>
              <p:nvPr/>
            </p:nvSpPr>
            <p:spPr>
              <a:xfrm>
                <a:off x="231566" y="4868309"/>
                <a:ext cx="864096" cy="36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TW" b="1" dirty="0">
                    <a:solidFill>
                      <a:schemeClr val="tx1"/>
                    </a:solidFill>
                  </a:rPr>
                  <a:t>85  96</a:t>
                </a:r>
                <a:endParaRPr lang="zh-TW" altLang="en-US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1" name="直線接點 70"/>
              <p:cNvCxnSpPr>
                <a:stCxn id="69" idx="0"/>
                <a:endCxn id="69" idx="4"/>
              </p:cNvCxnSpPr>
              <p:nvPr/>
            </p:nvCxnSpPr>
            <p:spPr>
              <a:xfrm>
                <a:off x="663614" y="4868309"/>
                <a:ext cx="0" cy="360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2" name="直線接點 71"/>
            <p:cNvCxnSpPr>
              <a:stCxn id="66" idx="5"/>
              <a:endCxn id="69" idx="0"/>
            </p:cNvCxnSpPr>
            <p:nvPr/>
          </p:nvCxnSpPr>
          <p:spPr>
            <a:xfrm>
              <a:off x="7620660" y="4017932"/>
              <a:ext cx="614530" cy="84859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24292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57" grpId="0" animBg="1"/>
      <p:bldP spid="12" grpId="0"/>
      <p:bldP spid="4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2-3 Tree</a:t>
            </a:r>
            <a:r>
              <a:rPr lang="zh-TW" altLang="en-US" dirty="0"/>
              <a:t> 的刪除 </a:t>
            </a:r>
            <a:r>
              <a:rPr lang="en-US" altLang="zh-TW" dirty="0"/>
              <a:t>(9/10)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狀況二：刪除的節點</a:t>
            </a:r>
            <a:r>
              <a:rPr lang="zh-TW" altLang="en-US" dirty="0">
                <a:solidFill>
                  <a:srgbClr val="C00000"/>
                </a:solidFill>
              </a:rPr>
              <a:t>非</a:t>
            </a:r>
            <a:r>
              <a:rPr lang="zh-TW" altLang="en-US" dirty="0"/>
              <a:t>樹葉節點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2026/05/13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19</a:t>
            </a:fld>
            <a:endParaRPr lang="en-US" altLang="zh-TW" dirty="0"/>
          </a:p>
        </p:txBody>
      </p:sp>
      <p:cxnSp>
        <p:nvCxnSpPr>
          <p:cNvPr id="8" name="直線接點 7"/>
          <p:cNvCxnSpPr>
            <a:stCxn id="22" idx="3"/>
            <a:endCxn id="7" idx="0"/>
          </p:cNvCxnSpPr>
          <p:nvPr/>
        </p:nvCxnSpPr>
        <p:spPr>
          <a:xfrm flipH="1">
            <a:off x="663614" y="4014964"/>
            <a:ext cx="613973" cy="8533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>
            <a:stCxn id="22" idx="4"/>
            <a:endCxn id="19" idx="0"/>
          </p:cNvCxnSpPr>
          <p:nvPr/>
        </p:nvCxnSpPr>
        <p:spPr>
          <a:xfrm>
            <a:off x="1583091" y="4067685"/>
            <a:ext cx="557" cy="8015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>
            <a:stCxn id="10" idx="3"/>
            <a:endCxn id="22" idx="0"/>
          </p:cNvCxnSpPr>
          <p:nvPr/>
        </p:nvCxnSpPr>
        <p:spPr>
          <a:xfrm flipH="1">
            <a:off x="1583091" y="2701351"/>
            <a:ext cx="2720473" cy="100633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群組 69"/>
          <p:cNvGrpSpPr/>
          <p:nvPr/>
        </p:nvGrpSpPr>
        <p:grpSpPr>
          <a:xfrm>
            <a:off x="231566" y="4868309"/>
            <a:ext cx="864096" cy="360000"/>
            <a:chOff x="231566" y="4868309"/>
            <a:chExt cx="864096" cy="360000"/>
          </a:xfrm>
        </p:grpSpPr>
        <p:sp>
          <p:nvSpPr>
            <p:cNvPr id="7" name="橢圓 6"/>
            <p:cNvSpPr/>
            <p:nvPr/>
          </p:nvSpPr>
          <p:spPr>
            <a:xfrm>
              <a:off x="231566" y="4868309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b="1" dirty="0">
                  <a:solidFill>
                    <a:schemeClr val="tx1"/>
                  </a:solidFill>
                </a:rPr>
                <a:t>10  15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15" name="直線接點 14"/>
            <p:cNvCxnSpPr>
              <a:stCxn id="7" idx="0"/>
              <a:endCxn id="7" idx="4"/>
            </p:cNvCxnSpPr>
            <p:nvPr/>
          </p:nvCxnSpPr>
          <p:spPr>
            <a:xfrm>
              <a:off x="663614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" name="直線接點 16"/>
          <p:cNvCxnSpPr>
            <a:stCxn id="10" idx="4"/>
          </p:cNvCxnSpPr>
          <p:nvPr/>
        </p:nvCxnSpPr>
        <p:spPr>
          <a:xfrm flipH="1">
            <a:off x="4591954" y="2754072"/>
            <a:ext cx="17114" cy="95272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群組 13"/>
          <p:cNvGrpSpPr/>
          <p:nvPr/>
        </p:nvGrpSpPr>
        <p:grpSpPr>
          <a:xfrm>
            <a:off x="1151600" y="4869200"/>
            <a:ext cx="864096" cy="360000"/>
            <a:chOff x="1151600" y="4869200"/>
            <a:chExt cx="864096" cy="360000"/>
          </a:xfrm>
        </p:grpSpPr>
        <p:sp>
          <p:nvSpPr>
            <p:cNvPr id="19" name="橢圓 18"/>
            <p:cNvSpPr/>
            <p:nvPr/>
          </p:nvSpPr>
          <p:spPr>
            <a:xfrm>
              <a:off x="1151600" y="4869200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50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20" name="直線接點 19"/>
            <p:cNvCxnSpPr>
              <a:stCxn id="19" idx="0"/>
              <a:endCxn id="19" idx="4"/>
            </p:cNvCxnSpPr>
            <p:nvPr/>
          </p:nvCxnSpPr>
          <p:spPr>
            <a:xfrm>
              <a:off x="1583648" y="486920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橢圓 21"/>
          <p:cNvSpPr/>
          <p:nvPr/>
        </p:nvSpPr>
        <p:spPr>
          <a:xfrm>
            <a:off x="1151043" y="3707685"/>
            <a:ext cx="864096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TW" b="1" dirty="0">
                <a:solidFill>
                  <a:schemeClr val="tx1"/>
                </a:solidFill>
              </a:rPr>
              <a:t>35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23" name="直線接點 22"/>
          <p:cNvCxnSpPr>
            <a:stCxn id="22" idx="0"/>
            <a:endCxn id="22" idx="4"/>
          </p:cNvCxnSpPr>
          <p:nvPr/>
        </p:nvCxnSpPr>
        <p:spPr>
          <a:xfrm>
            <a:off x="1583091" y="3707685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6780581" y="2149612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/>
          <p:nvPr/>
        </p:nvCxnSpPr>
        <p:spPr>
          <a:xfrm>
            <a:off x="2497422" y="4868309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>
            <a:endCxn id="26" idx="0"/>
          </p:cNvCxnSpPr>
          <p:nvPr/>
        </p:nvCxnSpPr>
        <p:spPr>
          <a:xfrm flipH="1">
            <a:off x="3672477" y="4014073"/>
            <a:ext cx="613973" cy="8533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/>
          <p:nvPr/>
        </p:nvCxnSpPr>
        <p:spPr>
          <a:xfrm>
            <a:off x="4591954" y="4066794"/>
            <a:ext cx="557" cy="8015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群組 12"/>
          <p:cNvGrpSpPr/>
          <p:nvPr/>
        </p:nvGrpSpPr>
        <p:grpSpPr>
          <a:xfrm>
            <a:off x="3240429" y="4867418"/>
            <a:ext cx="864096" cy="360000"/>
            <a:chOff x="3240429" y="4867418"/>
            <a:chExt cx="864096" cy="360000"/>
          </a:xfrm>
        </p:grpSpPr>
        <p:sp>
          <p:nvSpPr>
            <p:cNvPr id="26" name="橢圓 25"/>
            <p:cNvSpPr/>
            <p:nvPr/>
          </p:nvSpPr>
          <p:spPr>
            <a:xfrm>
              <a:off x="3240429" y="4867418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80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29" name="直線接點 28"/>
            <p:cNvCxnSpPr>
              <a:stCxn id="26" idx="0"/>
              <a:endCxn id="26" idx="4"/>
            </p:cNvCxnSpPr>
            <p:nvPr/>
          </p:nvCxnSpPr>
          <p:spPr>
            <a:xfrm>
              <a:off x="3672477" y="4867418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" name="直線接點 30"/>
          <p:cNvCxnSpPr/>
          <p:nvPr/>
        </p:nvCxnSpPr>
        <p:spPr>
          <a:xfrm>
            <a:off x="4591954" y="3706794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/>
          <p:cNvSpPr txBox="1"/>
          <p:nvPr/>
        </p:nvSpPr>
        <p:spPr>
          <a:xfrm>
            <a:off x="1921552" y="2356294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刪除</a:t>
            </a:r>
            <a:r>
              <a:rPr lang="en-US" altLang="zh-TW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75</a:t>
            </a:r>
            <a:endParaRPr lang="zh-TW" altLang="en-US" sz="2000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  <p:grpSp>
        <p:nvGrpSpPr>
          <p:cNvPr id="34" name="群組 33"/>
          <p:cNvGrpSpPr/>
          <p:nvPr/>
        </p:nvGrpSpPr>
        <p:grpSpPr>
          <a:xfrm>
            <a:off x="4158818" y="3713882"/>
            <a:ext cx="864096" cy="360000"/>
            <a:chOff x="4160463" y="4868309"/>
            <a:chExt cx="864096" cy="360000"/>
          </a:xfrm>
        </p:grpSpPr>
        <p:sp>
          <p:nvSpPr>
            <p:cNvPr id="35" name="橢圓 34"/>
            <p:cNvSpPr/>
            <p:nvPr/>
          </p:nvSpPr>
          <p:spPr>
            <a:xfrm>
              <a:off x="4160463" y="4868309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85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36" name="直線接點 35"/>
            <p:cNvCxnSpPr>
              <a:stCxn id="35" idx="0"/>
              <a:endCxn id="35" idx="4"/>
            </p:cNvCxnSpPr>
            <p:nvPr/>
          </p:nvCxnSpPr>
          <p:spPr>
            <a:xfrm>
              <a:off x="4592511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群組 39"/>
          <p:cNvGrpSpPr/>
          <p:nvPr/>
        </p:nvGrpSpPr>
        <p:grpSpPr>
          <a:xfrm>
            <a:off x="4158818" y="4866527"/>
            <a:ext cx="864096" cy="360000"/>
            <a:chOff x="4160463" y="4868309"/>
            <a:chExt cx="864096" cy="360000"/>
          </a:xfrm>
        </p:grpSpPr>
        <p:sp>
          <p:nvSpPr>
            <p:cNvPr id="41" name="橢圓 40"/>
            <p:cNvSpPr/>
            <p:nvPr/>
          </p:nvSpPr>
          <p:spPr>
            <a:xfrm>
              <a:off x="4160463" y="4868309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96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42" name="直線接點 41"/>
            <p:cNvCxnSpPr>
              <a:stCxn id="41" idx="0"/>
              <a:endCxn id="41" idx="4"/>
            </p:cNvCxnSpPr>
            <p:nvPr/>
          </p:nvCxnSpPr>
          <p:spPr>
            <a:xfrm>
              <a:off x="4592511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群組 59"/>
          <p:cNvGrpSpPr/>
          <p:nvPr/>
        </p:nvGrpSpPr>
        <p:grpSpPr>
          <a:xfrm>
            <a:off x="4177020" y="2414750"/>
            <a:ext cx="864096" cy="360000"/>
            <a:chOff x="3392829" y="5019818"/>
            <a:chExt cx="864096" cy="360000"/>
          </a:xfrm>
        </p:grpSpPr>
        <p:sp>
          <p:nvSpPr>
            <p:cNvPr id="61" name="橢圓 60"/>
            <p:cNvSpPr/>
            <p:nvPr/>
          </p:nvSpPr>
          <p:spPr>
            <a:xfrm>
              <a:off x="3392829" y="5019818"/>
              <a:ext cx="864096" cy="360000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50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62" name="直線接點 61"/>
            <p:cNvCxnSpPr>
              <a:stCxn id="61" idx="0"/>
              <a:endCxn id="61" idx="4"/>
            </p:cNvCxnSpPr>
            <p:nvPr/>
          </p:nvCxnSpPr>
          <p:spPr>
            <a:xfrm>
              <a:off x="3824877" y="5019818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向下箭號 56"/>
          <p:cNvSpPr/>
          <p:nvPr/>
        </p:nvSpPr>
        <p:spPr>
          <a:xfrm rot="10800000">
            <a:off x="4355956" y="2755525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5042841" y="2353962"/>
            <a:ext cx="41376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(2) 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以該節點的</a:t>
            </a:r>
            <a:r>
              <a:rPr lang="zh-TW" altLang="en-US" sz="2000" b="1" dirty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左子樹最大值</a:t>
            </a:r>
            <a:r>
              <a:rPr lang="en-US" altLang="zh-TW" sz="2000" b="1" dirty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50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替代</a:t>
            </a:r>
          </a:p>
        </p:txBody>
      </p:sp>
      <p:sp>
        <p:nvSpPr>
          <p:cNvPr id="18" name="圓角矩形 17"/>
          <p:cNvSpPr/>
          <p:nvPr/>
        </p:nvSpPr>
        <p:spPr>
          <a:xfrm>
            <a:off x="76200" y="3429000"/>
            <a:ext cx="2191544" cy="1944216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8146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2-3 Tree</a:t>
            </a:r>
            <a:r>
              <a:rPr lang="zh-TW" altLang="en-US" dirty="0"/>
              <a:t> 的刪除 </a:t>
            </a:r>
            <a:r>
              <a:rPr lang="en-US" altLang="zh-TW" dirty="0"/>
              <a:t>(10/10)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狀況二：刪除的節點</a:t>
            </a:r>
            <a:r>
              <a:rPr lang="zh-TW" altLang="en-US" dirty="0">
                <a:solidFill>
                  <a:srgbClr val="C00000"/>
                </a:solidFill>
              </a:rPr>
              <a:t>非</a:t>
            </a:r>
            <a:r>
              <a:rPr lang="zh-TW" altLang="en-US" dirty="0"/>
              <a:t>樹葉節點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2026/05/13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20</a:t>
            </a:fld>
            <a:endParaRPr lang="en-US" altLang="zh-TW" dirty="0"/>
          </a:p>
        </p:txBody>
      </p:sp>
      <p:cxnSp>
        <p:nvCxnSpPr>
          <p:cNvPr id="8" name="直線接點 7"/>
          <p:cNvCxnSpPr>
            <a:stCxn id="22" idx="3"/>
            <a:endCxn id="7" idx="0"/>
          </p:cNvCxnSpPr>
          <p:nvPr/>
        </p:nvCxnSpPr>
        <p:spPr>
          <a:xfrm flipH="1">
            <a:off x="663614" y="4014964"/>
            <a:ext cx="613973" cy="8533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>
            <a:stCxn id="22" idx="4"/>
            <a:endCxn id="19" idx="0"/>
          </p:cNvCxnSpPr>
          <p:nvPr/>
        </p:nvCxnSpPr>
        <p:spPr>
          <a:xfrm>
            <a:off x="1583091" y="4067685"/>
            <a:ext cx="557" cy="8015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>
            <a:endCxn id="22" idx="0"/>
          </p:cNvCxnSpPr>
          <p:nvPr/>
        </p:nvCxnSpPr>
        <p:spPr>
          <a:xfrm flipH="1">
            <a:off x="1583091" y="2701351"/>
            <a:ext cx="2720473" cy="100633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群組 69"/>
          <p:cNvGrpSpPr/>
          <p:nvPr/>
        </p:nvGrpSpPr>
        <p:grpSpPr>
          <a:xfrm>
            <a:off x="231566" y="4868309"/>
            <a:ext cx="864096" cy="360000"/>
            <a:chOff x="231566" y="4868309"/>
            <a:chExt cx="864096" cy="360000"/>
          </a:xfrm>
        </p:grpSpPr>
        <p:sp>
          <p:nvSpPr>
            <p:cNvPr id="7" name="橢圓 6"/>
            <p:cNvSpPr/>
            <p:nvPr/>
          </p:nvSpPr>
          <p:spPr>
            <a:xfrm>
              <a:off x="231566" y="4868309"/>
              <a:ext cx="864096" cy="360000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10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15" name="直線接點 14"/>
            <p:cNvCxnSpPr>
              <a:stCxn id="7" idx="0"/>
              <a:endCxn id="7" idx="4"/>
            </p:cNvCxnSpPr>
            <p:nvPr/>
          </p:nvCxnSpPr>
          <p:spPr>
            <a:xfrm>
              <a:off x="663614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" name="直線接點 16"/>
          <p:cNvCxnSpPr/>
          <p:nvPr/>
        </p:nvCxnSpPr>
        <p:spPr>
          <a:xfrm flipH="1">
            <a:off x="4591954" y="2754072"/>
            <a:ext cx="17114" cy="95272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群組 13"/>
          <p:cNvGrpSpPr/>
          <p:nvPr/>
        </p:nvGrpSpPr>
        <p:grpSpPr>
          <a:xfrm>
            <a:off x="1151600" y="4869200"/>
            <a:ext cx="864096" cy="360000"/>
            <a:chOff x="1151600" y="4869200"/>
            <a:chExt cx="864096" cy="360000"/>
          </a:xfrm>
        </p:grpSpPr>
        <p:sp>
          <p:nvSpPr>
            <p:cNvPr id="19" name="橢圓 18"/>
            <p:cNvSpPr/>
            <p:nvPr/>
          </p:nvSpPr>
          <p:spPr>
            <a:xfrm>
              <a:off x="1151600" y="4869200"/>
              <a:ext cx="864096" cy="360000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35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20" name="直線接點 19"/>
            <p:cNvCxnSpPr>
              <a:stCxn id="19" idx="0"/>
              <a:endCxn id="19" idx="4"/>
            </p:cNvCxnSpPr>
            <p:nvPr/>
          </p:nvCxnSpPr>
          <p:spPr>
            <a:xfrm>
              <a:off x="1583648" y="486920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群組 9"/>
          <p:cNvGrpSpPr/>
          <p:nvPr/>
        </p:nvGrpSpPr>
        <p:grpSpPr>
          <a:xfrm>
            <a:off x="1151043" y="3707685"/>
            <a:ext cx="864096" cy="360000"/>
            <a:chOff x="1151043" y="3707685"/>
            <a:chExt cx="864096" cy="360000"/>
          </a:xfrm>
        </p:grpSpPr>
        <p:sp>
          <p:nvSpPr>
            <p:cNvPr id="22" name="橢圓 21"/>
            <p:cNvSpPr/>
            <p:nvPr/>
          </p:nvSpPr>
          <p:spPr>
            <a:xfrm>
              <a:off x="1151043" y="3707685"/>
              <a:ext cx="864096" cy="360000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15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23" name="直線接點 22"/>
            <p:cNvCxnSpPr>
              <a:stCxn id="22" idx="0"/>
              <a:endCxn id="22" idx="4"/>
            </p:cNvCxnSpPr>
            <p:nvPr/>
          </p:nvCxnSpPr>
          <p:spPr>
            <a:xfrm>
              <a:off x="1583091" y="3707685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直線接點 23"/>
          <p:cNvCxnSpPr/>
          <p:nvPr/>
        </p:nvCxnSpPr>
        <p:spPr>
          <a:xfrm>
            <a:off x="6780581" y="2149612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/>
          <p:nvPr/>
        </p:nvCxnSpPr>
        <p:spPr>
          <a:xfrm>
            <a:off x="2497422" y="4868309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>
            <a:endCxn id="26" idx="0"/>
          </p:cNvCxnSpPr>
          <p:nvPr/>
        </p:nvCxnSpPr>
        <p:spPr>
          <a:xfrm flipH="1">
            <a:off x="3672477" y="4014073"/>
            <a:ext cx="613973" cy="8533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/>
          <p:nvPr/>
        </p:nvCxnSpPr>
        <p:spPr>
          <a:xfrm>
            <a:off x="4591954" y="4066794"/>
            <a:ext cx="557" cy="8015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群組 12"/>
          <p:cNvGrpSpPr/>
          <p:nvPr/>
        </p:nvGrpSpPr>
        <p:grpSpPr>
          <a:xfrm>
            <a:off x="3240429" y="4867418"/>
            <a:ext cx="864096" cy="360000"/>
            <a:chOff x="3240429" y="4867418"/>
            <a:chExt cx="864096" cy="360000"/>
          </a:xfrm>
        </p:grpSpPr>
        <p:sp>
          <p:nvSpPr>
            <p:cNvPr id="26" name="橢圓 25"/>
            <p:cNvSpPr/>
            <p:nvPr/>
          </p:nvSpPr>
          <p:spPr>
            <a:xfrm>
              <a:off x="3240429" y="4867418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80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29" name="直線接點 28"/>
            <p:cNvCxnSpPr>
              <a:stCxn id="26" idx="0"/>
              <a:endCxn id="26" idx="4"/>
            </p:cNvCxnSpPr>
            <p:nvPr/>
          </p:nvCxnSpPr>
          <p:spPr>
            <a:xfrm>
              <a:off x="3672477" y="4867418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" name="直線接點 30"/>
          <p:cNvCxnSpPr/>
          <p:nvPr/>
        </p:nvCxnSpPr>
        <p:spPr>
          <a:xfrm>
            <a:off x="4591954" y="3706794"/>
            <a:ext cx="0" cy="3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/>
          <p:cNvSpPr txBox="1"/>
          <p:nvPr/>
        </p:nvSpPr>
        <p:spPr>
          <a:xfrm>
            <a:off x="1921552" y="2356294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刪除</a:t>
            </a:r>
            <a:r>
              <a:rPr lang="en-US" altLang="zh-TW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75</a:t>
            </a:r>
            <a:endParaRPr lang="zh-TW" altLang="en-US" sz="2000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  <p:grpSp>
        <p:nvGrpSpPr>
          <p:cNvPr id="34" name="群組 33"/>
          <p:cNvGrpSpPr/>
          <p:nvPr/>
        </p:nvGrpSpPr>
        <p:grpSpPr>
          <a:xfrm>
            <a:off x="4158818" y="3713882"/>
            <a:ext cx="864096" cy="360000"/>
            <a:chOff x="4160463" y="4868309"/>
            <a:chExt cx="864096" cy="360000"/>
          </a:xfrm>
        </p:grpSpPr>
        <p:sp>
          <p:nvSpPr>
            <p:cNvPr id="35" name="橢圓 34"/>
            <p:cNvSpPr/>
            <p:nvPr/>
          </p:nvSpPr>
          <p:spPr>
            <a:xfrm>
              <a:off x="4160463" y="4868309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85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36" name="直線接點 35"/>
            <p:cNvCxnSpPr>
              <a:stCxn id="35" idx="0"/>
              <a:endCxn id="35" idx="4"/>
            </p:cNvCxnSpPr>
            <p:nvPr/>
          </p:nvCxnSpPr>
          <p:spPr>
            <a:xfrm>
              <a:off x="4592511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群組 39"/>
          <p:cNvGrpSpPr/>
          <p:nvPr/>
        </p:nvGrpSpPr>
        <p:grpSpPr>
          <a:xfrm>
            <a:off x="4158818" y="4866527"/>
            <a:ext cx="864096" cy="360000"/>
            <a:chOff x="4160463" y="4868309"/>
            <a:chExt cx="864096" cy="360000"/>
          </a:xfrm>
        </p:grpSpPr>
        <p:sp>
          <p:nvSpPr>
            <p:cNvPr id="41" name="橢圓 40"/>
            <p:cNvSpPr/>
            <p:nvPr/>
          </p:nvSpPr>
          <p:spPr>
            <a:xfrm>
              <a:off x="4160463" y="4868309"/>
              <a:ext cx="864096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96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42" name="直線接點 41"/>
            <p:cNvCxnSpPr>
              <a:stCxn id="41" idx="0"/>
              <a:endCxn id="41" idx="4"/>
            </p:cNvCxnSpPr>
            <p:nvPr/>
          </p:nvCxnSpPr>
          <p:spPr>
            <a:xfrm>
              <a:off x="4592511" y="4868309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群組 59"/>
          <p:cNvGrpSpPr/>
          <p:nvPr/>
        </p:nvGrpSpPr>
        <p:grpSpPr>
          <a:xfrm>
            <a:off x="4177020" y="2414750"/>
            <a:ext cx="864096" cy="360000"/>
            <a:chOff x="3392829" y="5019818"/>
            <a:chExt cx="864096" cy="360000"/>
          </a:xfrm>
        </p:grpSpPr>
        <p:sp>
          <p:nvSpPr>
            <p:cNvPr id="61" name="橢圓 60"/>
            <p:cNvSpPr/>
            <p:nvPr/>
          </p:nvSpPr>
          <p:spPr>
            <a:xfrm>
              <a:off x="3392829" y="5019818"/>
              <a:ext cx="864096" cy="360000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50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62" name="直線接點 61"/>
            <p:cNvCxnSpPr>
              <a:stCxn id="61" idx="0"/>
              <a:endCxn id="61" idx="4"/>
            </p:cNvCxnSpPr>
            <p:nvPr/>
          </p:nvCxnSpPr>
          <p:spPr>
            <a:xfrm>
              <a:off x="3824877" y="5019818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向下箭號 56"/>
          <p:cNvSpPr/>
          <p:nvPr/>
        </p:nvSpPr>
        <p:spPr>
          <a:xfrm rot="10800000">
            <a:off x="4355956" y="2755525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5042841" y="2353962"/>
            <a:ext cx="41376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(2) 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以該節點的</a:t>
            </a:r>
            <a:r>
              <a:rPr lang="zh-TW" altLang="en-US" sz="2000" b="1" dirty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左子樹最大值</a:t>
            </a:r>
            <a:r>
              <a:rPr lang="en-US" altLang="zh-TW" sz="2000" b="1" dirty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50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替代</a:t>
            </a:r>
          </a:p>
        </p:txBody>
      </p:sp>
      <p:sp>
        <p:nvSpPr>
          <p:cNvPr id="43" name="圓角矩形 42"/>
          <p:cNvSpPr/>
          <p:nvPr/>
        </p:nvSpPr>
        <p:spPr>
          <a:xfrm>
            <a:off x="76200" y="3429000"/>
            <a:ext cx="2191544" cy="1944216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57582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2-3 Tree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2-3 tree</a:t>
            </a:r>
          </a:p>
          <a:p>
            <a:pPr lvl="1"/>
            <a:r>
              <a:rPr lang="zh-TW" altLang="en-US" dirty="0"/>
              <a:t>節點可以存放一筆或兩筆資料</a:t>
            </a:r>
            <a:endParaRPr lang="en-US" altLang="zh-TW" dirty="0"/>
          </a:p>
          <a:p>
            <a:pPr lvl="1"/>
            <a:r>
              <a:rPr lang="zh-TW" altLang="en-US" dirty="0"/>
              <a:t>存放一筆資料 </a:t>
            </a:r>
            <a:r>
              <a:rPr lang="en-US" altLang="zh-TW" dirty="0" err="1"/>
              <a:t>Ldata</a:t>
            </a:r>
            <a:endParaRPr lang="en-US" altLang="zh-TW" dirty="0"/>
          </a:p>
          <a:p>
            <a:pPr lvl="2"/>
            <a:r>
              <a:rPr lang="zh-TW" altLang="en-US" dirty="0"/>
              <a:t>左子節點 </a:t>
            </a:r>
            <a:r>
              <a:rPr lang="en-US" altLang="zh-TW" dirty="0"/>
              <a:t>&lt;</a:t>
            </a:r>
            <a:r>
              <a:rPr lang="zh-TW" altLang="en-US" dirty="0"/>
              <a:t> </a:t>
            </a:r>
            <a:r>
              <a:rPr lang="en-US" altLang="zh-TW" dirty="0" err="1"/>
              <a:t>Ldata</a:t>
            </a:r>
            <a:endParaRPr lang="en-US" altLang="zh-TW" dirty="0"/>
          </a:p>
          <a:p>
            <a:pPr lvl="2"/>
            <a:r>
              <a:rPr lang="zh-TW" altLang="en-US" dirty="0"/>
              <a:t>中子節點 </a:t>
            </a:r>
            <a:r>
              <a:rPr lang="en-US" altLang="zh-TW" dirty="0"/>
              <a:t>&gt;</a:t>
            </a:r>
            <a:r>
              <a:rPr lang="zh-TW" altLang="en-US" dirty="0"/>
              <a:t> </a:t>
            </a:r>
            <a:r>
              <a:rPr lang="en-US" altLang="zh-TW" dirty="0" err="1"/>
              <a:t>Ldata</a:t>
            </a:r>
            <a:endParaRPr lang="en-US" altLang="zh-TW" dirty="0"/>
          </a:p>
          <a:p>
            <a:pPr lvl="1"/>
            <a:r>
              <a:rPr lang="zh-TW" altLang="en-US" dirty="0"/>
              <a:t>存放兩筆資料 </a:t>
            </a:r>
            <a:r>
              <a:rPr lang="en-US" altLang="zh-TW" dirty="0" err="1"/>
              <a:t>Ldata</a:t>
            </a:r>
            <a:r>
              <a:rPr lang="en-US" altLang="zh-TW" dirty="0"/>
              <a:t> </a:t>
            </a:r>
            <a:r>
              <a:rPr lang="zh-TW" altLang="en-US" dirty="0"/>
              <a:t>與 </a:t>
            </a:r>
            <a:r>
              <a:rPr lang="en-US" altLang="zh-TW" dirty="0" err="1"/>
              <a:t>Rdata</a:t>
            </a:r>
            <a:endParaRPr lang="en-US" altLang="zh-TW" dirty="0"/>
          </a:p>
          <a:p>
            <a:pPr lvl="2"/>
            <a:r>
              <a:rPr lang="en-US" altLang="zh-TW" dirty="0" err="1"/>
              <a:t>Ldata</a:t>
            </a:r>
            <a:r>
              <a:rPr lang="en-US" altLang="zh-TW" dirty="0"/>
              <a:t> &lt; </a:t>
            </a:r>
            <a:r>
              <a:rPr lang="en-US" altLang="zh-TW" dirty="0" err="1"/>
              <a:t>Rdata</a:t>
            </a:r>
            <a:endParaRPr lang="en-US" altLang="zh-TW" dirty="0"/>
          </a:p>
          <a:p>
            <a:pPr lvl="2"/>
            <a:r>
              <a:rPr lang="zh-TW" altLang="en-US" dirty="0"/>
              <a:t>左子節點 </a:t>
            </a:r>
            <a:r>
              <a:rPr lang="en-US" altLang="zh-TW" dirty="0"/>
              <a:t>&lt; </a:t>
            </a:r>
            <a:r>
              <a:rPr lang="en-US" altLang="zh-TW" dirty="0" err="1"/>
              <a:t>Ldata</a:t>
            </a:r>
            <a:endParaRPr lang="en-US" altLang="zh-TW" dirty="0"/>
          </a:p>
          <a:p>
            <a:pPr lvl="2"/>
            <a:r>
              <a:rPr lang="en-US" altLang="zh-TW" dirty="0" err="1"/>
              <a:t>Ldata</a:t>
            </a:r>
            <a:r>
              <a:rPr lang="en-US" altLang="zh-TW" dirty="0"/>
              <a:t> &lt;</a:t>
            </a:r>
            <a:r>
              <a:rPr lang="zh-TW" altLang="en-US" dirty="0"/>
              <a:t> 中子節點 </a:t>
            </a:r>
            <a:r>
              <a:rPr lang="en-US" altLang="zh-TW" dirty="0"/>
              <a:t>&lt; </a:t>
            </a:r>
            <a:r>
              <a:rPr lang="en-US" altLang="zh-TW" dirty="0" err="1"/>
              <a:t>Rdata</a:t>
            </a:r>
            <a:endParaRPr lang="en-US" altLang="zh-TW" dirty="0"/>
          </a:p>
          <a:p>
            <a:pPr lvl="2"/>
            <a:r>
              <a:rPr lang="zh-TW" altLang="en-US" dirty="0"/>
              <a:t>右子節點 </a:t>
            </a:r>
            <a:r>
              <a:rPr lang="en-US" altLang="zh-TW" dirty="0"/>
              <a:t>&lt; </a:t>
            </a:r>
            <a:r>
              <a:rPr lang="en-US" altLang="zh-TW" dirty="0" err="1"/>
              <a:t>Rdata</a:t>
            </a:r>
            <a:endParaRPr lang="en-US" altLang="zh-TW" dirty="0"/>
          </a:p>
          <a:p>
            <a:pPr lvl="1"/>
            <a:r>
              <a:rPr lang="zh-TW" altLang="en-US" dirty="0"/>
              <a:t>樹葉節點必須為同一階度</a:t>
            </a:r>
            <a:r>
              <a:rPr lang="en-US" altLang="zh-TW" dirty="0"/>
              <a:t>(level)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2026/05/13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21</a:t>
            </a:fld>
            <a:endParaRPr lang="en-US" altLang="zh-TW" dirty="0"/>
          </a:p>
        </p:txBody>
      </p:sp>
      <p:grpSp>
        <p:nvGrpSpPr>
          <p:cNvPr id="82" name="群組 81"/>
          <p:cNvGrpSpPr/>
          <p:nvPr/>
        </p:nvGrpSpPr>
        <p:grpSpPr>
          <a:xfrm>
            <a:off x="4120856" y="4581128"/>
            <a:ext cx="4965620" cy="1601672"/>
            <a:chOff x="4120856" y="4581128"/>
            <a:chExt cx="4965620" cy="1601672"/>
          </a:xfrm>
        </p:grpSpPr>
        <p:grpSp>
          <p:nvGrpSpPr>
            <p:cNvPr id="27" name="群組 26"/>
            <p:cNvGrpSpPr/>
            <p:nvPr/>
          </p:nvGrpSpPr>
          <p:grpSpPr>
            <a:xfrm>
              <a:off x="5800341" y="4581128"/>
              <a:ext cx="1606649" cy="371565"/>
              <a:chOff x="959503" y="4134942"/>
              <a:chExt cx="845197" cy="371565"/>
            </a:xfrm>
          </p:grpSpPr>
          <p:sp>
            <p:nvSpPr>
              <p:cNvPr id="28" name="矩形 27"/>
              <p:cNvSpPr/>
              <p:nvPr/>
            </p:nvSpPr>
            <p:spPr>
              <a:xfrm>
                <a:off x="959503" y="4160817"/>
                <a:ext cx="845197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9" name="直線接點 28"/>
              <p:cNvCxnSpPr/>
              <p:nvPr/>
            </p:nvCxnSpPr>
            <p:spPr>
              <a:xfrm>
                <a:off x="1382027" y="4160817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文字方塊 29"/>
              <p:cNvSpPr txBox="1"/>
              <p:nvPr/>
            </p:nvSpPr>
            <p:spPr>
              <a:xfrm>
                <a:off x="963519" y="4137175"/>
                <a:ext cx="4074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Ldata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" name="文字方塊 30"/>
              <p:cNvSpPr txBox="1"/>
              <p:nvPr/>
            </p:nvSpPr>
            <p:spPr>
              <a:xfrm>
                <a:off x="1389843" y="4134942"/>
                <a:ext cx="41421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Rdata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55" name="群組 54"/>
            <p:cNvGrpSpPr/>
            <p:nvPr/>
          </p:nvGrpSpPr>
          <p:grpSpPr>
            <a:xfrm>
              <a:off x="5800341" y="5808302"/>
              <a:ext cx="1606650" cy="369332"/>
              <a:chOff x="959503" y="4137175"/>
              <a:chExt cx="845197" cy="369332"/>
            </a:xfrm>
          </p:grpSpPr>
          <p:sp>
            <p:nvSpPr>
              <p:cNvPr id="56" name="矩形 55"/>
              <p:cNvSpPr/>
              <p:nvPr/>
            </p:nvSpPr>
            <p:spPr>
              <a:xfrm>
                <a:off x="959503" y="4160817"/>
                <a:ext cx="845197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7" name="文字方塊 56"/>
              <p:cNvSpPr txBox="1"/>
              <p:nvPr/>
            </p:nvSpPr>
            <p:spPr>
              <a:xfrm>
                <a:off x="1097405" y="4137175"/>
                <a:ext cx="5828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TW" altLang="en-US" b="1" dirty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中子節點</a:t>
                </a:r>
              </a:p>
            </p:txBody>
          </p:sp>
        </p:grpSp>
        <p:grpSp>
          <p:nvGrpSpPr>
            <p:cNvPr id="58" name="群組 57"/>
            <p:cNvGrpSpPr/>
            <p:nvPr/>
          </p:nvGrpSpPr>
          <p:grpSpPr>
            <a:xfrm>
              <a:off x="4120856" y="5806277"/>
              <a:ext cx="1606650" cy="369332"/>
              <a:chOff x="959503" y="4137175"/>
              <a:chExt cx="845197" cy="369332"/>
            </a:xfrm>
          </p:grpSpPr>
          <p:sp>
            <p:nvSpPr>
              <p:cNvPr id="59" name="矩形 58"/>
              <p:cNvSpPr/>
              <p:nvPr/>
            </p:nvSpPr>
            <p:spPr>
              <a:xfrm>
                <a:off x="959503" y="4160817"/>
                <a:ext cx="845197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文字方塊 59"/>
              <p:cNvSpPr txBox="1"/>
              <p:nvPr/>
            </p:nvSpPr>
            <p:spPr>
              <a:xfrm>
                <a:off x="1097405" y="4137175"/>
                <a:ext cx="5828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TW" altLang="en-US" b="1" dirty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左子節點</a:t>
                </a:r>
              </a:p>
            </p:txBody>
          </p:sp>
        </p:grpSp>
        <p:grpSp>
          <p:nvGrpSpPr>
            <p:cNvPr id="61" name="群組 60"/>
            <p:cNvGrpSpPr/>
            <p:nvPr/>
          </p:nvGrpSpPr>
          <p:grpSpPr>
            <a:xfrm>
              <a:off x="7479826" y="5813468"/>
              <a:ext cx="1606650" cy="369332"/>
              <a:chOff x="959503" y="4137175"/>
              <a:chExt cx="845197" cy="369332"/>
            </a:xfrm>
          </p:grpSpPr>
          <p:sp>
            <p:nvSpPr>
              <p:cNvPr id="62" name="矩形 61"/>
              <p:cNvSpPr/>
              <p:nvPr/>
            </p:nvSpPr>
            <p:spPr>
              <a:xfrm>
                <a:off x="959503" y="4160817"/>
                <a:ext cx="845197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3" name="文字方塊 62"/>
              <p:cNvSpPr txBox="1"/>
              <p:nvPr/>
            </p:nvSpPr>
            <p:spPr>
              <a:xfrm>
                <a:off x="1097405" y="4137175"/>
                <a:ext cx="5828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TW" altLang="en-US" b="1" dirty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右子節點</a:t>
                </a:r>
              </a:p>
            </p:txBody>
          </p:sp>
        </p:grpSp>
        <p:cxnSp>
          <p:nvCxnSpPr>
            <p:cNvPr id="65" name="直線接點 64"/>
            <p:cNvCxnSpPr>
              <a:stCxn id="28" idx="2"/>
              <a:endCxn id="56" idx="0"/>
            </p:cNvCxnSpPr>
            <p:nvPr/>
          </p:nvCxnSpPr>
          <p:spPr>
            <a:xfrm>
              <a:off x="6603666" y="4943433"/>
              <a:ext cx="0" cy="88851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線接點 67"/>
            <p:cNvCxnSpPr>
              <a:stCxn id="28" idx="2"/>
              <a:endCxn id="59" idx="0"/>
            </p:cNvCxnSpPr>
            <p:nvPr/>
          </p:nvCxnSpPr>
          <p:spPr>
            <a:xfrm flipH="1">
              <a:off x="4924181" y="4943433"/>
              <a:ext cx="1679485" cy="88648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線接點 70"/>
            <p:cNvCxnSpPr>
              <a:stCxn id="28" idx="2"/>
              <a:endCxn id="62" idx="0"/>
            </p:cNvCxnSpPr>
            <p:nvPr/>
          </p:nvCxnSpPr>
          <p:spPr>
            <a:xfrm>
              <a:off x="6603666" y="4943433"/>
              <a:ext cx="1679485" cy="8936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群組 80"/>
          <p:cNvGrpSpPr/>
          <p:nvPr/>
        </p:nvGrpSpPr>
        <p:grpSpPr>
          <a:xfrm>
            <a:off x="4860032" y="1704389"/>
            <a:ext cx="3300397" cy="1595674"/>
            <a:chOff x="4860032" y="1704389"/>
            <a:chExt cx="3300397" cy="1595674"/>
          </a:xfrm>
        </p:grpSpPr>
        <p:grpSp>
          <p:nvGrpSpPr>
            <p:cNvPr id="42" name="群組 41"/>
            <p:cNvGrpSpPr/>
            <p:nvPr/>
          </p:nvGrpSpPr>
          <p:grpSpPr>
            <a:xfrm>
              <a:off x="4860032" y="2930731"/>
              <a:ext cx="1606650" cy="369332"/>
              <a:chOff x="959503" y="4137175"/>
              <a:chExt cx="845197" cy="369332"/>
            </a:xfrm>
          </p:grpSpPr>
          <p:sp>
            <p:nvSpPr>
              <p:cNvPr id="43" name="矩形 42"/>
              <p:cNvSpPr/>
              <p:nvPr/>
            </p:nvSpPr>
            <p:spPr>
              <a:xfrm>
                <a:off x="959503" y="4160817"/>
                <a:ext cx="845197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文字方塊 45"/>
              <p:cNvSpPr txBox="1"/>
              <p:nvPr/>
            </p:nvSpPr>
            <p:spPr>
              <a:xfrm>
                <a:off x="1097405" y="4137175"/>
                <a:ext cx="5828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TW" altLang="en-US" b="1" dirty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左子節點</a:t>
                </a:r>
              </a:p>
            </p:txBody>
          </p:sp>
        </p:grpSp>
        <p:grpSp>
          <p:nvGrpSpPr>
            <p:cNvPr id="47" name="群組 46"/>
            <p:cNvGrpSpPr/>
            <p:nvPr/>
          </p:nvGrpSpPr>
          <p:grpSpPr>
            <a:xfrm>
              <a:off x="6553780" y="1704389"/>
              <a:ext cx="1606649" cy="369332"/>
              <a:chOff x="959503" y="4137175"/>
              <a:chExt cx="845197" cy="369332"/>
            </a:xfrm>
          </p:grpSpPr>
          <p:sp>
            <p:nvSpPr>
              <p:cNvPr id="48" name="矩形 47"/>
              <p:cNvSpPr/>
              <p:nvPr/>
            </p:nvSpPr>
            <p:spPr>
              <a:xfrm>
                <a:off x="959503" y="4160817"/>
                <a:ext cx="845197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9" name="直線接點 48"/>
              <p:cNvCxnSpPr/>
              <p:nvPr/>
            </p:nvCxnSpPr>
            <p:spPr>
              <a:xfrm>
                <a:off x="1382027" y="4160817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文字方塊 49"/>
              <p:cNvSpPr txBox="1"/>
              <p:nvPr/>
            </p:nvSpPr>
            <p:spPr>
              <a:xfrm>
                <a:off x="963519" y="4137175"/>
                <a:ext cx="4074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Ldata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52" name="群組 51"/>
            <p:cNvGrpSpPr/>
            <p:nvPr/>
          </p:nvGrpSpPr>
          <p:grpSpPr>
            <a:xfrm>
              <a:off x="6552566" y="2930731"/>
              <a:ext cx="1606650" cy="369332"/>
              <a:chOff x="959503" y="4137175"/>
              <a:chExt cx="845197" cy="369332"/>
            </a:xfrm>
          </p:grpSpPr>
          <p:sp>
            <p:nvSpPr>
              <p:cNvPr id="53" name="矩形 52"/>
              <p:cNvSpPr/>
              <p:nvPr/>
            </p:nvSpPr>
            <p:spPr>
              <a:xfrm>
                <a:off x="959503" y="4160817"/>
                <a:ext cx="845197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文字方塊 53"/>
              <p:cNvSpPr txBox="1"/>
              <p:nvPr/>
            </p:nvSpPr>
            <p:spPr>
              <a:xfrm>
                <a:off x="1097405" y="4137175"/>
                <a:ext cx="5828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TW" altLang="en-US" b="1" dirty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中子節點</a:t>
                </a:r>
              </a:p>
            </p:txBody>
          </p:sp>
        </p:grpSp>
        <p:cxnSp>
          <p:nvCxnSpPr>
            <p:cNvPr id="74" name="直線接點 73"/>
            <p:cNvCxnSpPr>
              <a:stCxn id="48" idx="2"/>
              <a:endCxn id="53" idx="0"/>
            </p:cNvCxnSpPr>
            <p:nvPr/>
          </p:nvCxnSpPr>
          <p:spPr>
            <a:xfrm flipH="1">
              <a:off x="7355891" y="2064461"/>
              <a:ext cx="1214" cy="88991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線接點 76"/>
            <p:cNvCxnSpPr>
              <a:stCxn id="48" idx="2"/>
              <a:endCxn id="43" idx="0"/>
            </p:cNvCxnSpPr>
            <p:nvPr/>
          </p:nvCxnSpPr>
          <p:spPr>
            <a:xfrm flipH="1">
              <a:off x="5663357" y="2064461"/>
              <a:ext cx="1693748" cy="88991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413437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2-3-4 Tree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2-3-4 tree</a:t>
            </a:r>
          </a:p>
          <a:p>
            <a:pPr lvl="1"/>
            <a:r>
              <a:rPr lang="zh-TW" altLang="en-US" dirty="0"/>
              <a:t>節點可以存放一筆、兩筆或</a:t>
            </a:r>
            <a:r>
              <a:rPr lang="zh-TW" altLang="en-US" dirty="0">
                <a:solidFill>
                  <a:srgbClr val="C00000"/>
                </a:solidFill>
              </a:rPr>
              <a:t>三筆</a:t>
            </a:r>
            <a:r>
              <a:rPr lang="zh-TW" altLang="en-US" dirty="0"/>
              <a:t>資料</a:t>
            </a:r>
            <a:endParaRPr lang="en-US" altLang="zh-TW" dirty="0"/>
          </a:p>
          <a:p>
            <a:pPr lvl="1"/>
            <a:r>
              <a:rPr lang="zh-TW" altLang="en-US" dirty="0"/>
              <a:t>存放一筆資料 </a:t>
            </a:r>
            <a:r>
              <a:rPr lang="en-US" altLang="zh-TW" dirty="0" err="1"/>
              <a:t>Ldata</a:t>
            </a:r>
            <a:endParaRPr lang="en-US" altLang="zh-TW" dirty="0"/>
          </a:p>
          <a:p>
            <a:pPr lvl="1"/>
            <a:r>
              <a:rPr lang="zh-TW" altLang="en-US" dirty="0"/>
              <a:t>存放兩筆資料 </a:t>
            </a:r>
            <a:r>
              <a:rPr lang="en-US" altLang="zh-TW" dirty="0" err="1"/>
              <a:t>Ldata</a:t>
            </a:r>
            <a:r>
              <a:rPr lang="en-US" altLang="zh-TW" dirty="0"/>
              <a:t> </a:t>
            </a:r>
            <a:r>
              <a:rPr lang="zh-TW" altLang="en-US" dirty="0"/>
              <a:t>與 </a:t>
            </a:r>
            <a:r>
              <a:rPr lang="en-US" altLang="zh-TW" dirty="0" err="1"/>
              <a:t>Mdata</a:t>
            </a:r>
            <a:endParaRPr lang="en-US" altLang="zh-TW" dirty="0"/>
          </a:p>
          <a:p>
            <a:pPr lvl="1"/>
            <a:r>
              <a:rPr lang="zh-TW" altLang="en-US" dirty="0">
                <a:solidFill>
                  <a:srgbClr val="0000FF"/>
                </a:solidFill>
              </a:rPr>
              <a:t>存放三筆資料 </a:t>
            </a:r>
            <a:r>
              <a:rPr lang="en-US" altLang="zh-TW" dirty="0" err="1">
                <a:solidFill>
                  <a:srgbClr val="0000FF"/>
                </a:solidFill>
              </a:rPr>
              <a:t>Ldata</a:t>
            </a:r>
            <a:r>
              <a:rPr lang="zh-TW" altLang="en-US" dirty="0">
                <a:solidFill>
                  <a:srgbClr val="0000FF"/>
                </a:solidFill>
              </a:rPr>
              <a:t>、</a:t>
            </a:r>
            <a:r>
              <a:rPr lang="en-US" altLang="zh-TW" dirty="0" err="1">
                <a:solidFill>
                  <a:srgbClr val="0000FF"/>
                </a:solidFill>
              </a:rPr>
              <a:t>Mdata</a:t>
            </a:r>
            <a:r>
              <a:rPr lang="zh-TW" altLang="en-US" dirty="0">
                <a:solidFill>
                  <a:srgbClr val="0000FF"/>
                </a:solidFill>
              </a:rPr>
              <a:t>、</a:t>
            </a:r>
            <a:r>
              <a:rPr lang="en-US" altLang="zh-TW" dirty="0" err="1">
                <a:solidFill>
                  <a:srgbClr val="0000FF"/>
                </a:solidFill>
              </a:rPr>
              <a:t>Rdata</a:t>
            </a:r>
            <a:endParaRPr lang="en-US" altLang="zh-TW" dirty="0">
              <a:solidFill>
                <a:srgbClr val="0000FF"/>
              </a:solidFill>
            </a:endParaRPr>
          </a:p>
          <a:p>
            <a:pPr lvl="2"/>
            <a:r>
              <a:rPr lang="en-US" altLang="zh-TW" dirty="0" err="1">
                <a:solidFill>
                  <a:srgbClr val="0000FF"/>
                </a:solidFill>
              </a:rPr>
              <a:t>Ldata</a:t>
            </a:r>
            <a:r>
              <a:rPr lang="en-US" altLang="zh-TW" dirty="0">
                <a:solidFill>
                  <a:srgbClr val="0000FF"/>
                </a:solidFill>
              </a:rPr>
              <a:t> &lt;</a:t>
            </a:r>
            <a:r>
              <a:rPr lang="zh-TW" altLang="en-US" dirty="0">
                <a:solidFill>
                  <a:srgbClr val="0000FF"/>
                </a:solidFill>
              </a:rPr>
              <a:t> </a:t>
            </a:r>
            <a:r>
              <a:rPr lang="en-US" altLang="zh-TW" dirty="0" err="1">
                <a:solidFill>
                  <a:srgbClr val="0000FF"/>
                </a:solidFill>
              </a:rPr>
              <a:t>Mdata</a:t>
            </a:r>
            <a:r>
              <a:rPr lang="en-US" altLang="zh-TW" dirty="0">
                <a:solidFill>
                  <a:srgbClr val="0000FF"/>
                </a:solidFill>
              </a:rPr>
              <a:t> &lt; </a:t>
            </a:r>
            <a:r>
              <a:rPr lang="en-US" altLang="zh-TW" dirty="0" err="1">
                <a:solidFill>
                  <a:srgbClr val="0000FF"/>
                </a:solidFill>
              </a:rPr>
              <a:t>Rdata</a:t>
            </a:r>
            <a:endParaRPr lang="en-US" altLang="zh-TW" dirty="0">
              <a:solidFill>
                <a:srgbClr val="0000FF"/>
              </a:solidFill>
            </a:endParaRPr>
          </a:p>
          <a:p>
            <a:pPr lvl="2"/>
            <a:r>
              <a:rPr lang="zh-TW" altLang="en-US" dirty="0">
                <a:solidFill>
                  <a:srgbClr val="0000FF"/>
                </a:solidFill>
              </a:rPr>
              <a:t>左子節點 </a:t>
            </a:r>
            <a:r>
              <a:rPr lang="en-US" altLang="zh-TW" dirty="0">
                <a:solidFill>
                  <a:srgbClr val="0000FF"/>
                </a:solidFill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</a:rPr>
              <a:t>Ldata</a:t>
            </a:r>
            <a:endParaRPr lang="en-US" altLang="zh-TW" dirty="0">
              <a:solidFill>
                <a:srgbClr val="0000FF"/>
              </a:solidFill>
            </a:endParaRPr>
          </a:p>
          <a:p>
            <a:pPr lvl="2"/>
            <a:r>
              <a:rPr lang="en-US" altLang="zh-TW" dirty="0" err="1">
                <a:solidFill>
                  <a:srgbClr val="0000FF"/>
                </a:solidFill>
              </a:rPr>
              <a:t>Ldata</a:t>
            </a:r>
            <a:r>
              <a:rPr lang="en-US" altLang="zh-TW" dirty="0">
                <a:solidFill>
                  <a:srgbClr val="0000FF"/>
                </a:solidFill>
              </a:rPr>
              <a:t> &lt;</a:t>
            </a:r>
            <a:r>
              <a:rPr lang="zh-TW" altLang="en-US" dirty="0">
                <a:solidFill>
                  <a:srgbClr val="0000FF"/>
                </a:solidFill>
              </a:rPr>
              <a:t> 左中子節點 </a:t>
            </a:r>
            <a:r>
              <a:rPr lang="en-US" altLang="zh-TW" dirty="0">
                <a:solidFill>
                  <a:srgbClr val="0000FF"/>
                </a:solidFill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</a:rPr>
              <a:t>Mdata</a:t>
            </a:r>
            <a:endParaRPr lang="en-US" altLang="zh-TW" dirty="0">
              <a:solidFill>
                <a:srgbClr val="0000FF"/>
              </a:solidFill>
            </a:endParaRPr>
          </a:p>
          <a:p>
            <a:pPr lvl="2"/>
            <a:r>
              <a:rPr lang="en-US" altLang="zh-TW" dirty="0" err="1">
                <a:solidFill>
                  <a:srgbClr val="0000FF"/>
                </a:solidFill>
              </a:rPr>
              <a:t>Mdata</a:t>
            </a:r>
            <a:r>
              <a:rPr lang="en-US" altLang="zh-TW" dirty="0">
                <a:solidFill>
                  <a:srgbClr val="0000FF"/>
                </a:solidFill>
              </a:rPr>
              <a:t> &lt; </a:t>
            </a:r>
            <a:r>
              <a:rPr lang="zh-TW" altLang="en-US" dirty="0">
                <a:solidFill>
                  <a:srgbClr val="0000FF"/>
                </a:solidFill>
              </a:rPr>
              <a:t>右中子節點 </a:t>
            </a:r>
            <a:r>
              <a:rPr lang="en-US" altLang="zh-TW" dirty="0">
                <a:solidFill>
                  <a:srgbClr val="0000FF"/>
                </a:solidFill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</a:rPr>
              <a:t>Rdata</a:t>
            </a:r>
            <a:endParaRPr lang="en-US" altLang="zh-TW" dirty="0">
              <a:solidFill>
                <a:srgbClr val="0000FF"/>
              </a:solidFill>
            </a:endParaRPr>
          </a:p>
          <a:p>
            <a:pPr lvl="2"/>
            <a:r>
              <a:rPr lang="en-US" altLang="zh-TW" dirty="0" err="1">
                <a:solidFill>
                  <a:srgbClr val="0000FF"/>
                </a:solidFill>
              </a:rPr>
              <a:t>Rdata</a:t>
            </a:r>
            <a:r>
              <a:rPr lang="en-US" altLang="zh-TW" dirty="0">
                <a:solidFill>
                  <a:srgbClr val="0000FF"/>
                </a:solidFill>
              </a:rPr>
              <a:t> &lt; </a:t>
            </a:r>
            <a:r>
              <a:rPr lang="zh-TW" altLang="en-US" dirty="0">
                <a:solidFill>
                  <a:srgbClr val="0000FF"/>
                </a:solidFill>
              </a:rPr>
              <a:t>右子節點</a:t>
            </a:r>
            <a:endParaRPr lang="en-US" altLang="zh-TW" dirty="0">
              <a:solidFill>
                <a:srgbClr val="0000FF"/>
              </a:solidFill>
            </a:endParaRPr>
          </a:p>
          <a:p>
            <a:pPr lvl="1"/>
            <a:r>
              <a:rPr lang="zh-TW" altLang="en-US" dirty="0"/>
              <a:t>樹葉節點必須為同一階度</a:t>
            </a:r>
            <a:r>
              <a:rPr lang="en-US" altLang="zh-TW" dirty="0"/>
              <a:t>(level)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2026/05/13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22</a:t>
            </a:fld>
            <a:endParaRPr lang="en-US" altLang="zh-TW" dirty="0"/>
          </a:p>
        </p:txBody>
      </p:sp>
      <p:sp>
        <p:nvSpPr>
          <p:cNvPr id="28" name="矩形 27"/>
          <p:cNvSpPr/>
          <p:nvPr/>
        </p:nvSpPr>
        <p:spPr>
          <a:xfrm>
            <a:off x="4556894" y="4877539"/>
            <a:ext cx="2412058" cy="3364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cxnSp>
        <p:nvCxnSpPr>
          <p:cNvPr id="29" name="直線接點 28"/>
          <p:cNvCxnSpPr/>
          <p:nvPr/>
        </p:nvCxnSpPr>
        <p:spPr>
          <a:xfrm>
            <a:off x="6228184" y="4877539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字方塊 29"/>
          <p:cNvSpPr txBox="1"/>
          <p:nvPr/>
        </p:nvSpPr>
        <p:spPr>
          <a:xfrm>
            <a:off x="4602036" y="4860906"/>
            <a:ext cx="774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Ldata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5386795" y="4858673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Mdata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5" name="群組 54"/>
          <p:cNvGrpSpPr/>
          <p:nvPr/>
        </p:nvGrpSpPr>
        <p:grpSpPr>
          <a:xfrm>
            <a:off x="5800341" y="6078838"/>
            <a:ext cx="1606650" cy="369332"/>
            <a:chOff x="959503" y="4137175"/>
            <a:chExt cx="845197" cy="369332"/>
          </a:xfrm>
        </p:grpSpPr>
        <p:sp>
          <p:nvSpPr>
            <p:cNvPr id="56" name="矩形 55"/>
            <p:cNvSpPr/>
            <p:nvPr/>
          </p:nvSpPr>
          <p:spPr>
            <a:xfrm>
              <a:off x="959503" y="4160817"/>
              <a:ext cx="845197" cy="3364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57" name="文字方塊 56"/>
            <p:cNvSpPr txBox="1"/>
            <p:nvPr/>
          </p:nvSpPr>
          <p:spPr>
            <a:xfrm>
              <a:off x="1036688" y="4137175"/>
              <a:ext cx="7043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b="1" dirty="0">
                  <a:latin typeface="標楷體" panose="03000509000000000000" pitchFamily="65" charset="-120"/>
                  <a:ea typeface="標楷體" panose="03000509000000000000" pitchFamily="65" charset="-120"/>
                  <a:cs typeface="Times New Roman" panose="02020603050405020304" pitchFamily="18" charset="0"/>
                </a:rPr>
                <a:t>右中子節點</a:t>
              </a:r>
            </a:p>
          </p:txBody>
        </p:sp>
      </p:grpSp>
      <p:grpSp>
        <p:nvGrpSpPr>
          <p:cNvPr id="58" name="群組 57"/>
          <p:cNvGrpSpPr/>
          <p:nvPr/>
        </p:nvGrpSpPr>
        <p:grpSpPr>
          <a:xfrm>
            <a:off x="4120856" y="6076813"/>
            <a:ext cx="1606650" cy="369332"/>
            <a:chOff x="959503" y="4137175"/>
            <a:chExt cx="845197" cy="369332"/>
          </a:xfrm>
        </p:grpSpPr>
        <p:sp>
          <p:nvSpPr>
            <p:cNvPr id="59" name="矩形 58"/>
            <p:cNvSpPr/>
            <p:nvPr/>
          </p:nvSpPr>
          <p:spPr>
            <a:xfrm>
              <a:off x="959503" y="4160817"/>
              <a:ext cx="845197" cy="3364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60" name="文字方塊 59"/>
            <p:cNvSpPr txBox="1"/>
            <p:nvPr/>
          </p:nvSpPr>
          <p:spPr>
            <a:xfrm>
              <a:off x="1036688" y="4137175"/>
              <a:ext cx="7043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b="1" dirty="0">
                  <a:latin typeface="標楷體" panose="03000509000000000000" pitchFamily="65" charset="-120"/>
                  <a:ea typeface="標楷體" panose="03000509000000000000" pitchFamily="65" charset="-120"/>
                  <a:cs typeface="Times New Roman" panose="02020603050405020304" pitchFamily="18" charset="0"/>
                </a:rPr>
                <a:t>左中子節點</a:t>
              </a:r>
            </a:p>
          </p:txBody>
        </p:sp>
      </p:grpSp>
      <p:grpSp>
        <p:nvGrpSpPr>
          <p:cNvPr id="61" name="群組 60"/>
          <p:cNvGrpSpPr/>
          <p:nvPr/>
        </p:nvGrpSpPr>
        <p:grpSpPr>
          <a:xfrm>
            <a:off x="7479826" y="6084004"/>
            <a:ext cx="1606650" cy="369332"/>
            <a:chOff x="959503" y="4137175"/>
            <a:chExt cx="845197" cy="369332"/>
          </a:xfrm>
        </p:grpSpPr>
        <p:sp>
          <p:nvSpPr>
            <p:cNvPr id="62" name="矩形 61"/>
            <p:cNvSpPr/>
            <p:nvPr/>
          </p:nvSpPr>
          <p:spPr>
            <a:xfrm>
              <a:off x="959503" y="4160817"/>
              <a:ext cx="845197" cy="3364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63" name="文字方塊 62"/>
            <p:cNvSpPr txBox="1"/>
            <p:nvPr/>
          </p:nvSpPr>
          <p:spPr>
            <a:xfrm>
              <a:off x="1097405" y="4137175"/>
              <a:ext cx="5828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b="1" dirty="0">
                  <a:latin typeface="標楷體" panose="03000509000000000000" pitchFamily="65" charset="-120"/>
                  <a:ea typeface="標楷體" panose="03000509000000000000" pitchFamily="65" charset="-120"/>
                  <a:cs typeface="Times New Roman" panose="02020603050405020304" pitchFamily="18" charset="0"/>
                </a:rPr>
                <a:t>右子節點</a:t>
              </a:r>
            </a:p>
          </p:txBody>
        </p:sp>
      </p:grpSp>
      <p:cxnSp>
        <p:nvCxnSpPr>
          <p:cNvPr id="65" name="直線接點 64"/>
          <p:cNvCxnSpPr>
            <a:stCxn id="28" idx="2"/>
            <a:endCxn id="56" idx="0"/>
          </p:cNvCxnSpPr>
          <p:nvPr/>
        </p:nvCxnSpPr>
        <p:spPr>
          <a:xfrm>
            <a:off x="5762923" y="5213969"/>
            <a:ext cx="840743" cy="88851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接點 67"/>
          <p:cNvCxnSpPr>
            <a:stCxn id="28" idx="2"/>
            <a:endCxn id="59" idx="0"/>
          </p:cNvCxnSpPr>
          <p:nvPr/>
        </p:nvCxnSpPr>
        <p:spPr>
          <a:xfrm flipH="1">
            <a:off x="4924181" y="5213969"/>
            <a:ext cx="838742" cy="8864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接點 70"/>
          <p:cNvCxnSpPr>
            <a:stCxn id="28" idx="2"/>
            <a:endCxn id="62" idx="0"/>
          </p:cNvCxnSpPr>
          <p:nvPr/>
        </p:nvCxnSpPr>
        <p:spPr>
          <a:xfrm>
            <a:off x="5762923" y="5213969"/>
            <a:ext cx="2520228" cy="8936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字方塊 37"/>
          <p:cNvSpPr txBox="1"/>
          <p:nvPr/>
        </p:nvSpPr>
        <p:spPr>
          <a:xfrm>
            <a:off x="6226699" y="4857086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Rdata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9" name="群組 38"/>
          <p:cNvGrpSpPr/>
          <p:nvPr/>
        </p:nvGrpSpPr>
        <p:grpSpPr>
          <a:xfrm>
            <a:off x="2441372" y="6074744"/>
            <a:ext cx="1606650" cy="369332"/>
            <a:chOff x="959503" y="4137175"/>
            <a:chExt cx="845197" cy="369332"/>
          </a:xfrm>
        </p:grpSpPr>
        <p:sp>
          <p:nvSpPr>
            <p:cNvPr id="40" name="矩形 39"/>
            <p:cNvSpPr/>
            <p:nvPr/>
          </p:nvSpPr>
          <p:spPr>
            <a:xfrm>
              <a:off x="959503" y="4160817"/>
              <a:ext cx="845197" cy="3364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文字方塊 40"/>
            <p:cNvSpPr txBox="1"/>
            <p:nvPr/>
          </p:nvSpPr>
          <p:spPr>
            <a:xfrm>
              <a:off x="1097405" y="4137175"/>
              <a:ext cx="5828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b="1" dirty="0">
                  <a:latin typeface="標楷體" panose="03000509000000000000" pitchFamily="65" charset="-120"/>
                  <a:ea typeface="標楷體" panose="03000509000000000000" pitchFamily="65" charset="-120"/>
                  <a:cs typeface="Times New Roman" panose="02020603050405020304" pitchFamily="18" charset="0"/>
                </a:rPr>
                <a:t>左子節點</a:t>
              </a:r>
            </a:p>
          </p:txBody>
        </p:sp>
      </p:grpSp>
      <p:cxnSp>
        <p:nvCxnSpPr>
          <p:cNvPr id="44" name="直線接點 43"/>
          <p:cNvCxnSpPr>
            <a:stCxn id="28" idx="2"/>
            <a:endCxn id="41" idx="0"/>
          </p:cNvCxnSpPr>
          <p:nvPr/>
        </p:nvCxnSpPr>
        <p:spPr>
          <a:xfrm flipH="1">
            <a:off x="3257510" y="5213969"/>
            <a:ext cx="2505413" cy="8607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/>
          <p:cNvCxnSpPr/>
          <p:nvPr/>
        </p:nvCxnSpPr>
        <p:spPr>
          <a:xfrm>
            <a:off x="5364088" y="4882554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33127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2-3-4 Tree</a:t>
            </a:r>
            <a:r>
              <a:rPr lang="zh-TW" altLang="en-US" dirty="0"/>
              <a:t> 的加入 </a:t>
            </a:r>
            <a:r>
              <a:rPr lang="en-US" altLang="zh-TW" dirty="0"/>
              <a:t>(1/5)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2026/05/13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23</a:t>
            </a:fld>
            <a:endParaRPr lang="en-US" altLang="zh-TW" dirty="0"/>
          </a:p>
        </p:txBody>
      </p:sp>
      <p:grpSp>
        <p:nvGrpSpPr>
          <p:cNvPr id="7" name="群組 6"/>
          <p:cNvGrpSpPr/>
          <p:nvPr/>
        </p:nvGrpSpPr>
        <p:grpSpPr>
          <a:xfrm>
            <a:off x="3779912" y="2564904"/>
            <a:ext cx="1296144" cy="367733"/>
            <a:chOff x="6228184" y="4869160"/>
            <a:chExt cx="1296144" cy="367733"/>
          </a:xfrm>
        </p:grpSpPr>
        <p:sp>
          <p:nvSpPr>
            <p:cNvPr id="8" name="橢圓 7"/>
            <p:cNvSpPr/>
            <p:nvPr/>
          </p:nvSpPr>
          <p:spPr>
            <a:xfrm>
              <a:off x="6228184" y="4876893"/>
              <a:ext cx="1296144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20  50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直線接點 8"/>
            <p:cNvCxnSpPr/>
            <p:nvPr/>
          </p:nvCxnSpPr>
          <p:spPr>
            <a:xfrm>
              <a:off x="6697300" y="487689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接點 9"/>
            <p:cNvCxnSpPr/>
            <p:nvPr/>
          </p:nvCxnSpPr>
          <p:spPr>
            <a:xfrm>
              <a:off x="7044984" y="486916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群組 13"/>
          <p:cNvGrpSpPr/>
          <p:nvPr/>
        </p:nvGrpSpPr>
        <p:grpSpPr>
          <a:xfrm>
            <a:off x="4979336" y="3868781"/>
            <a:ext cx="1296144" cy="367733"/>
            <a:chOff x="6228184" y="4869160"/>
            <a:chExt cx="1296144" cy="367733"/>
          </a:xfrm>
        </p:grpSpPr>
        <p:sp>
          <p:nvSpPr>
            <p:cNvPr id="15" name="橢圓 14"/>
            <p:cNvSpPr/>
            <p:nvPr/>
          </p:nvSpPr>
          <p:spPr>
            <a:xfrm>
              <a:off x="6228184" y="4876893"/>
              <a:ext cx="1296144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80  90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16" name="直線接點 15"/>
            <p:cNvCxnSpPr/>
            <p:nvPr/>
          </p:nvCxnSpPr>
          <p:spPr>
            <a:xfrm>
              <a:off x="6697300" y="487689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接點 16"/>
            <p:cNvCxnSpPr/>
            <p:nvPr/>
          </p:nvCxnSpPr>
          <p:spPr>
            <a:xfrm>
              <a:off x="7044984" y="486916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群組 21"/>
          <p:cNvGrpSpPr/>
          <p:nvPr/>
        </p:nvGrpSpPr>
        <p:grpSpPr>
          <a:xfrm>
            <a:off x="2866392" y="3868781"/>
            <a:ext cx="1296144" cy="367733"/>
            <a:chOff x="6228184" y="4869160"/>
            <a:chExt cx="1296144" cy="367733"/>
          </a:xfrm>
        </p:grpSpPr>
        <p:sp>
          <p:nvSpPr>
            <p:cNvPr id="23" name="橢圓 22"/>
            <p:cNvSpPr/>
            <p:nvPr/>
          </p:nvSpPr>
          <p:spPr>
            <a:xfrm>
              <a:off x="6228184" y="4876893"/>
              <a:ext cx="1296144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40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24" name="直線接點 23"/>
            <p:cNvCxnSpPr/>
            <p:nvPr/>
          </p:nvCxnSpPr>
          <p:spPr>
            <a:xfrm>
              <a:off x="6697300" y="487689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接點 24"/>
            <p:cNvCxnSpPr/>
            <p:nvPr/>
          </p:nvCxnSpPr>
          <p:spPr>
            <a:xfrm>
              <a:off x="7044984" y="486916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群組 25"/>
          <p:cNvGrpSpPr/>
          <p:nvPr/>
        </p:nvGrpSpPr>
        <p:grpSpPr>
          <a:xfrm>
            <a:off x="753448" y="3868263"/>
            <a:ext cx="1296144" cy="367733"/>
            <a:chOff x="6228184" y="4869160"/>
            <a:chExt cx="1296144" cy="367733"/>
          </a:xfrm>
        </p:grpSpPr>
        <p:sp>
          <p:nvSpPr>
            <p:cNvPr id="27" name="橢圓 26"/>
            <p:cNvSpPr/>
            <p:nvPr/>
          </p:nvSpPr>
          <p:spPr>
            <a:xfrm>
              <a:off x="6228184" y="4876893"/>
              <a:ext cx="1296144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10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直線接點 27"/>
            <p:cNvCxnSpPr/>
            <p:nvPr/>
          </p:nvCxnSpPr>
          <p:spPr>
            <a:xfrm>
              <a:off x="6697300" y="487689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接點 28"/>
            <p:cNvCxnSpPr/>
            <p:nvPr/>
          </p:nvCxnSpPr>
          <p:spPr>
            <a:xfrm>
              <a:off x="7044984" y="486916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" name="直線接點 29"/>
          <p:cNvCxnSpPr>
            <a:endCxn id="23" idx="0"/>
          </p:cNvCxnSpPr>
          <p:nvPr/>
        </p:nvCxnSpPr>
        <p:spPr>
          <a:xfrm flipH="1">
            <a:off x="3514464" y="2924904"/>
            <a:ext cx="734565" cy="9516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stCxn id="8" idx="3"/>
            <a:endCxn id="27" idx="0"/>
          </p:cNvCxnSpPr>
          <p:nvPr/>
        </p:nvCxnSpPr>
        <p:spPr>
          <a:xfrm flipH="1">
            <a:off x="1401520" y="2879916"/>
            <a:ext cx="2568208" cy="9960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接點 35"/>
          <p:cNvCxnSpPr>
            <a:endCxn id="15" idx="0"/>
          </p:cNvCxnSpPr>
          <p:nvPr/>
        </p:nvCxnSpPr>
        <p:spPr>
          <a:xfrm>
            <a:off x="4596713" y="2924904"/>
            <a:ext cx="1030695" cy="9516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字方塊 38"/>
          <p:cNvSpPr txBox="1"/>
          <p:nvPr/>
        </p:nvSpPr>
        <p:spPr>
          <a:xfrm>
            <a:off x="1921552" y="2356294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加入</a:t>
            </a:r>
            <a:r>
              <a:rPr lang="en-US" altLang="zh-TW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60</a:t>
            </a:r>
            <a:endParaRPr lang="zh-TW" altLang="en-US" sz="2000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40" name="向下箭號 39"/>
          <p:cNvSpPr/>
          <p:nvPr/>
        </p:nvSpPr>
        <p:spPr>
          <a:xfrm rot="10800000">
            <a:off x="4346939" y="2971105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向下箭號 40"/>
          <p:cNvSpPr/>
          <p:nvPr/>
        </p:nvSpPr>
        <p:spPr>
          <a:xfrm>
            <a:off x="4724573" y="3068840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向下箭號 42"/>
          <p:cNvSpPr/>
          <p:nvPr/>
        </p:nvSpPr>
        <p:spPr>
          <a:xfrm rot="10800000">
            <a:off x="5207716" y="4254631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向下箭號 43"/>
          <p:cNvSpPr/>
          <p:nvPr/>
        </p:nvSpPr>
        <p:spPr>
          <a:xfrm rot="10800000">
            <a:off x="4005745" y="2976187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45" name="群組 44"/>
          <p:cNvGrpSpPr/>
          <p:nvPr/>
        </p:nvGrpSpPr>
        <p:grpSpPr>
          <a:xfrm>
            <a:off x="4979336" y="3861841"/>
            <a:ext cx="1296144" cy="367733"/>
            <a:chOff x="6228184" y="4869160"/>
            <a:chExt cx="1296144" cy="367733"/>
          </a:xfrm>
        </p:grpSpPr>
        <p:sp>
          <p:nvSpPr>
            <p:cNvPr id="46" name="橢圓 45"/>
            <p:cNvSpPr/>
            <p:nvPr/>
          </p:nvSpPr>
          <p:spPr>
            <a:xfrm>
              <a:off x="6228184" y="4876893"/>
              <a:ext cx="1296144" cy="360000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60  80  90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47" name="直線接點 46"/>
            <p:cNvCxnSpPr/>
            <p:nvPr/>
          </p:nvCxnSpPr>
          <p:spPr>
            <a:xfrm>
              <a:off x="6697300" y="487689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線接點 47"/>
            <p:cNvCxnSpPr/>
            <p:nvPr/>
          </p:nvCxnSpPr>
          <p:spPr>
            <a:xfrm>
              <a:off x="7044984" y="486916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45655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 animBg="1"/>
      <p:bldP spid="40" grpId="1" animBg="1"/>
      <p:bldP spid="41" grpId="0" animBg="1"/>
      <p:bldP spid="43" grpId="0" animBg="1"/>
      <p:bldP spid="44" grpId="0" animBg="1"/>
      <p:bldP spid="44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2-3-4 Tree</a:t>
            </a:r>
            <a:r>
              <a:rPr lang="zh-TW" altLang="en-US" dirty="0"/>
              <a:t> 的加入 </a:t>
            </a:r>
            <a:r>
              <a:rPr lang="en-US" altLang="zh-TW" dirty="0"/>
              <a:t>(2/5)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2026/05/13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24</a:t>
            </a:fld>
            <a:endParaRPr lang="en-US" altLang="zh-TW" dirty="0"/>
          </a:p>
        </p:txBody>
      </p:sp>
      <p:grpSp>
        <p:nvGrpSpPr>
          <p:cNvPr id="7" name="群組 6"/>
          <p:cNvGrpSpPr/>
          <p:nvPr/>
        </p:nvGrpSpPr>
        <p:grpSpPr>
          <a:xfrm>
            <a:off x="3779912" y="2564904"/>
            <a:ext cx="1296144" cy="367733"/>
            <a:chOff x="6228184" y="4869160"/>
            <a:chExt cx="1296144" cy="367733"/>
          </a:xfrm>
        </p:grpSpPr>
        <p:sp>
          <p:nvSpPr>
            <p:cNvPr id="8" name="橢圓 7"/>
            <p:cNvSpPr/>
            <p:nvPr/>
          </p:nvSpPr>
          <p:spPr>
            <a:xfrm>
              <a:off x="6228184" y="4876893"/>
              <a:ext cx="1296144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20  50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直線接點 8"/>
            <p:cNvCxnSpPr/>
            <p:nvPr/>
          </p:nvCxnSpPr>
          <p:spPr>
            <a:xfrm>
              <a:off x="6697300" y="487689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接點 9"/>
            <p:cNvCxnSpPr/>
            <p:nvPr/>
          </p:nvCxnSpPr>
          <p:spPr>
            <a:xfrm>
              <a:off x="7044984" y="486916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群組 13"/>
          <p:cNvGrpSpPr/>
          <p:nvPr/>
        </p:nvGrpSpPr>
        <p:grpSpPr>
          <a:xfrm>
            <a:off x="4979336" y="3868781"/>
            <a:ext cx="1296144" cy="367733"/>
            <a:chOff x="6228184" y="4869160"/>
            <a:chExt cx="1296144" cy="367733"/>
          </a:xfrm>
        </p:grpSpPr>
        <p:sp>
          <p:nvSpPr>
            <p:cNvPr id="15" name="橢圓 14"/>
            <p:cNvSpPr/>
            <p:nvPr/>
          </p:nvSpPr>
          <p:spPr>
            <a:xfrm>
              <a:off x="6228184" y="4876893"/>
              <a:ext cx="1296144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60  80  90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16" name="直線接點 15"/>
            <p:cNvCxnSpPr/>
            <p:nvPr/>
          </p:nvCxnSpPr>
          <p:spPr>
            <a:xfrm>
              <a:off x="6697300" y="487689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接點 16"/>
            <p:cNvCxnSpPr/>
            <p:nvPr/>
          </p:nvCxnSpPr>
          <p:spPr>
            <a:xfrm>
              <a:off x="7044984" y="486916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群組 21"/>
          <p:cNvGrpSpPr/>
          <p:nvPr/>
        </p:nvGrpSpPr>
        <p:grpSpPr>
          <a:xfrm>
            <a:off x="2866392" y="3868781"/>
            <a:ext cx="1296144" cy="367733"/>
            <a:chOff x="6228184" y="4869160"/>
            <a:chExt cx="1296144" cy="367733"/>
          </a:xfrm>
        </p:grpSpPr>
        <p:sp>
          <p:nvSpPr>
            <p:cNvPr id="23" name="橢圓 22"/>
            <p:cNvSpPr/>
            <p:nvPr/>
          </p:nvSpPr>
          <p:spPr>
            <a:xfrm>
              <a:off x="6228184" y="4876893"/>
              <a:ext cx="1296144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40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24" name="直線接點 23"/>
            <p:cNvCxnSpPr/>
            <p:nvPr/>
          </p:nvCxnSpPr>
          <p:spPr>
            <a:xfrm>
              <a:off x="6697300" y="487689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接點 24"/>
            <p:cNvCxnSpPr/>
            <p:nvPr/>
          </p:nvCxnSpPr>
          <p:spPr>
            <a:xfrm>
              <a:off x="7044984" y="486916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群組 25"/>
          <p:cNvGrpSpPr/>
          <p:nvPr/>
        </p:nvGrpSpPr>
        <p:grpSpPr>
          <a:xfrm>
            <a:off x="753448" y="3868263"/>
            <a:ext cx="1296144" cy="367733"/>
            <a:chOff x="6228184" y="4869160"/>
            <a:chExt cx="1296144" cy="367733"/>
          </a:xfrm>
        </p:grpSpPr>
        <p:sp>
          <p:nvSpPr>
            <p:cNvPr id="27" name="橢圓 26"/>
            <p:cNvSpPr/>
            <p:nvPr/>
          </p:nvSpPr>
          <p:spPr>
            <a:xfrm>
              <a:off x="6228184" y="4876893"/>
              <a:ext cx="1296144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10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直線接點 27"/>
            <p:cNvCxnSpPr/>
            <p:nvPr/>
          </p:nvCxnSpPr>
          <p:spPr>
            <a:xfrm>
              <a:off x="6697300" y="487689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接點 28"/>
            <p:cNvCxnSpPr/>
            <p:nvPr/>
          </p:nvCxnSpPr>
          <p:spPr>
            <a:xfrm>
              <a:off x="7044984" y="486916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" name="直線接點 29"/>
          <p:cNvCxnSpPr>
            <a:endCxn id="23" idx="0"/>
          </p:cNvCxnSpPr>
          <p:nvPr/>
        </p:nvCxnSpPr>
        <p:spPr>
          <a:xfrm flipH="1">
            <a:off x="3514464" y="2924904"/>
            <a:ext cx="734565" cy="9516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stCxn id="8" idx="3"/>
            <a:endCxn id="27" idx="0"/>
          </p:cNvCxnSpPr>
          <p:nvPr/>
        </p:nvCxnSpPr>
        <p:spPr>
          <a:xfrm flipH="1">
            <a:off x="1401520" y="2879916"/>
            <a:ext cx="2568208" cy="9960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接點 35"/>
          <p:cNvCxnSpPr>
            <a:endCxn id="15" idx="0"/>
          </p:cNvCxnSpPr>
          <p:nvPr/>
        </p:nvCxnSpPr>
        <p:spPr>
          <a:xfrm>
            <a:off x="4596713" y="2924904"/>
            <a:ext cx="1030695" cy="9516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字方塊 38"/>
          <p:cNvSpPr txBox="1"/>
          <p:nvPr/>
        </p:nvSpPr>
        <p:spPr>
          <a:xfrm>
            <a:off x="1921552" y="2356294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加入</a:t>
            </a:r>
            <a:r>
              <a:rPr lang="en-US" altLang="zh-TW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70</a:t>
            </a:r>
            <a:endParaRPr lang="zh-TW" altLang="en-US" sz="2000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40" name="向下箭號 39"/>
          <p:cNvSpPr/>
          <p:nvPr/>
        </p:nvSpPr>
        <p:spPr>
          <a:xfrm rot="10800000">
            <a:off x="4346939" y="2971105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向下箭號 40"/>
          <p:cNvSpPr/>
          <p:nvPr/>
        </p:nvSpPr>
        <p:spPr>
          <a:xfrm>
            <a:off x="4724573" y="3068840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向下箭號 42"/>
          <p:cNvSpPr/>
          <p:nvPr/>
        </p:nvSpPr>
        <p:spPr>
          <a:xfrm rot="10800000">
            <a:off x="5207716" y="4254631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向下箭號 43"/>
          <p:cNvSpPr/>
          <p:nvPr/>
        </p:nvSpPr>
        <p:spPr>
          <a:xfrm rot="10800000">
            <a:off x="4005745" y="2976187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8" name="群組 17"/>
          <p:cNvGrpSpPr/>
          <p:nvPr/>
        </p:nvGrpSpPr>
        <p:grpSpPr>
          <a:xfrm>
            <a:off x="4763312" y="5043107"/>
            <a:ext cx="1824912" cy="379151"/>
            <a:chOff x="4979336" y="5426073"/>
            <a:chExt cx="1824912" cy="379151"/>
          </a:xfrm>
        </p:grpSpPr>
        <p:grpSp>
          <p:nvGrpSpPr>
            <p:cNvPr id="38" name="群組 37"/>
            <p:cNvGrpSpPr/>
            <p:nvPr/>
          </p:nvGrpSpPr>
          <p:grpSpPr>
            <a:xfrm>
              <a:off x="4979336" y="5426073"/>
              <a:ext cx="1824912" cy="367733"/>
              <a:chOff x="6228184" y="4869160"/>
              <a:chExt cx="1296144" cy="367733"/>
            </a:xfrm>
          </p:grpSpPr>
          <p:sp>
            <p:nvSpPr>
              <p:cNvPr id="42" name="橢圓 41"/>
              <p:cNvSpPr/>
              <p:nvPr/>
            </p:nvSpPr>
            <p:spPr>
              <a:xfrm>
                <a:off x="6228184" y="4876893"/>
                <a:ext cx="1296144" cy="36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r>
                  <a:rPr lang="en-US" altLang="zh-TW" b="1" dirty="0">
                    <a:solidFill>
                      <a:schemeClr val="tx1"/>
                    </a:solidFill>
                  </a:rPr>
                  <a:t>60  70  80  90</a:t>
                </a:r>
                <a:endParaRPr lang="zh-TW" altLang="en-US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9" name="直線接點 48"/>
              <p:cNvCxnSpPr/>
              <p:nvPr/>
            </p:nvCxnSpPr>
            <p:spPr>
              <a:xfrm>
                <a:off x="6621294" y="4876893"/>
                <a:ext cx="0" cy="360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線接點 49"/>
              <p:cNvCxnSpPr/>
              <p:nvPr/>
            </p:nvCxnSpPr>
            <p:spPr>
              <a:xfrm>
                <a:off x="6872624" y="4869160"/>
                <a:ext cx="0" cy="360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直線接點 50"/>
            <p:cNvCxnSpPr/>
            <p:nvPr/>
          </p:nvCxnSpPr>
          <p:spPr>
            <a:xfrm>
              <a:off x="6215828" y="5445224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群組 10"/>
          <p:cNvGrpSpPr/>
          <p:nvPr/>
        </p:nvGrpSpPr>
        <p:grpSpPr>
          <a:xfrm>
            <a:off x="5313186" y="4860889"/>
            <a:ext cx="360040" cy="542218"/>
            <a:chOff x="6690058" y="4693088"/>
            <a:chExt cx="360040" cy="542218"/>
          </a:xfrm>
        </p:grpSpPr>
        <p:sp>
          <p:nvSpPr>
            <p:cNvPr id="12" name="橢圓 11"/>
            <p:cNvSpPr/>
            <p:nvPr/>
          </p:nvSpPr>
          <p:spPr>
            <a:xfrm>
              <a:off x="6690058" y="4875306"/>
              <a:ext cx="360040" cy="36000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向下箭號 12"/>
            <p:cNvSpPr/>
            <p:nvPr/>
          </p:nvSpPr>
          <p:spPr>
            <a:xfrm rot="10800000">
              <a:off x="6787435" y="4693088"/>
              <a:ext cx="172528" cy="176040"/>
            </a:xfrm>
            <a:prstGeom prst="downArrow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52" name="文字方塊 51"/>
          <p:cNvSpPr txBox="1"/>
          <p:nvPr/>
        </p:nvSpPr>
        <p:spPr>
          <a:xfrm>
            <a:off x="4583697" y="257263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C00000"/>
                </a:solidFill>
                <a:latin typeface="+mj-lt"/>
              </a:rPr>
              <a:t>70</a:t>
            </a:r>
            <a:endParaRPr lang="zh-TW" altLang="en-US" sz="1600" b="1" dirty="0">
              <a:solidFill>
                <a:srgbClr val="C00000"/>
              </a:solidFill>
              <a:latin typeface="+mj-lt"/>
            </a:endParaRPr>
          </a:p>
        </p:txBody>
      </p:sp>
      <p:grpSp>
        <p:nvGrpSpPr>
          <p:cNvPr id="53" name="群組 52"/>
          <p:cNvGrpSpPr/>
          <p:nvPr/>
        </p:nvGrpSpPr>
        <p:grpSpPr>
          <a:xfrm>
            <a:off x="7146324" y="3868263"/>
            <a:ext cx="1296144" cy="367733"/>
            <a:chOff x="6228184" y="4869160"/>
            <a:chExt cx="1296144" cy="367733"/>
          </a:xfrm>
        </p:grpSpPr>
        <p:sp>
          <p:nvSpPr>
            <p:cNvPr id="54" name="橢圓 53"/>
            <p:cNvSpPr/>
            <p:nvPr/>
          </p:nvSpPr>
          <p:spPr>
            <a:xfrm>
              <a:off x="6228184" y="4876893"/>
              <a:ext cx="1296144" cy="360000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80  90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55" name="直線接點 54"/>
            <p:cNvCxnSpPr/>
            <p:nvPr/>
          </p:nvCxnSpPr>
          <p:spPr>
            <a:xfrm>
              <a:off x="6697300" y="487689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線接點 55"/>
            <p:cNvCxnSpPr/>
            <p:nvPr/>
          </p:nvCxnSpPr>
          <p:spPr>
            <a:xfrm>
              <a:off x="7044984" y="486916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7" name="直線接點 56"/>
          <p:cNvCxnSpPr>
            <a:stCxn id="8" idx="5"/>
            <a:endCxn id="54" idx="0"/>
          </p:cNvCxnSpPr>
          <p:nvPr/>
        </p:nvCxnSpPr>
        <p:spPr>
          <a:xfrm>
            <a:off x="4886240" y="2879916"/>
            <a:ext cx="2908156" cy="9960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群組 57"/>
          <p:cNvGrpSpPr/>
          <p:nvPr/>
        </p:nvGrpSpPr>
        <p:grpSpPr>
          <a:xfrm>
            <a:off x="4986954" y="3863124"/>
            <a:ext cx="1296144" cy="367733"/>
            <a:chOff x="6228184" y="4869160"/>
            <a:chExt cx="1296144" cy="367733"/>
          </a:xfrm>
        </p:grpSpPr>
        <p:sp>
          <p:nvSpPr>
            <p:cNvPr id="59" name="橢圓 58"/>
            <p:cNvSpPr/>
            <p:nvPr/>
          </p:nvSpPr>
          <p:spPr>
            <a:xfrm>
              <a:off x="6228184" y="4876893"/>
              <a:ext cx="1296144" cy="360000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60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60" name="直線接點 59"/>
            <p:cNvCxnSpPr/>
            <p:nvPr/>
          </p:nvCxnSpPr>
          <p:spPr>
            <a:xfrm>
              <a:off x="6697300" y="487689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線接點 60"/>
            <p:cNvCxnSpPr/>
            <p:nvPr/>
          </p:nvCxnSpPr>
          <p:spPr>
            <a:xfrm>
              <a:off x="7044984" y="486916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46385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 animBg="1"/>
      <p:bldP spid="40" grpId="1" animBg="1"/>
      <p:bldP spid="41" grpId="0" animBg="1"/>
      <p:bldP spid="43" grpId="0" animBg="1"/>
      <p:bldP spid="44" grpId="0" animBg="1"/>
      <p:bldP spid="44" grpId="1" animBg="1"/>
      <p:bldP spid="5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2-3-4 Tree</a:t>
            </a:r>
            <a:r>
              <a:rPr lang="zh-TW" altLang="en-US" dirty="0"/>
              <a:t> 的加入 </a:t>
            </a:r>
            <a:r>
              <a:rPr lang="en-US" altLang="zh-TW" dirty="0"/>
              <a:t>(3/5)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2026/05/13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25</a:t>
            </a:fld>
            <a:endParaRPr lang="en-US" altLang="zh-TW" dirty="0"/>
          </a:p>
        </p:txBody>
      </p:sp>
      <p:grpSp>
        <p:nvGrpSpPr>
          <p:cNvPr id="7" name="群組 6"/>
          <p:cNvGrpSpPr/>
          <p:nvPr/>
        </p:nvGrpSpPr>
        <p:grpSpPr>
          <a:xfrm>
            <a:off x="3779912" y="2564904"/>
            <a:ext cx="1296144" cy="367733"/>
            <a:chOff x="6228184" y="4869160"/>
            <a:chExt cx="1296144" cy="367733"/>
          </a:xfrm>
        </p:grpSpPr>
        <p:sp>
          <p:nvSpPr>
            <p:cNvPr id="8" name="橢圓 7"/>
            <p:cNvSpPr/>
            <p:nvPr/>
          </p:nvSpPr>
          <p:spPr>
            <a:xfrm>
              <a:off x="6228184" y="4876893"/>
              <a:ext cx="1296144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20  50  70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直線接點 8"/>
            <p:cNvCxnSpPr/>
            <p:nvPr/>
          </p:nvCxnSpPr>
          <p:spPr>
            <a:xfrm>
              <a:off x="6697300" y="487689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接點 9"/>
            <p:cNvCxnSpPr/>
            <p:nvPr/>
          </p:nvCxnSpPr>
          <p:spPr>
            <a:xfrm>
              <a:off x="7044984" y="486916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群組 13"/>
          <p:cNvGrpSpPr/>
          <p:nvPr/>
        </p:nvGrpSpPr>
        <p:grpSpPr>
          <a:xfrm>
            <a:off x="4979336" y="3868781"/>
            <a:ext cx="1296144" cy="367733"/>
            <a:chOff x="6228184" y="4869160"/>
            <a:chExt cx="1296144" cy="367733"/>
          </a:xfrm>
        </p:grpSpPr>
        <p:sp>
          <p:nvSpPr>
            <p:cNvPr id="15" name="橢圓 14"/>
            <p:cNvSpPr/>
            <p:nvPr/>
          </p:nvSpPr>
          <p:spPr>
            <a:xfrm>
              <a:off x="6228184" y="4876893"/>
              <a:ext cx="1296144" cy="360000"/>
            </a:xfrm>
            <a:prstGeom prst="ellipse">
              <a:avLst/>
            </a:prstGeom>
            <a:ln>
              <a:solidFill>
                <a:srgbClr val="89A4A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60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16" name="直線接點 15"/>
            <p:cNvCxnSpPr/>
            <p:nvPr/>
          </p:nvCxnSpPr>
          <p:spPr>
            <a:xfrm>
              <a:off x="6697300" y="487689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接點 16"/>
            <p:cNvCxnSpPr/>
            <p:nvPr/>
          </p:nvCxnSpPr>
          <p:spPr>
            <a:xfrm>
              <a:off x="7044984" y="486916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群組 21"/>
          <p:cNvGrpSpPr/>
          <p:nvPr/>
        </p:nvGrpSpPr>
        <p:grpSpPr>
          <a:xfrm>
            <a:off x="2866392" y="3868781"/>
            <a:ext cx="1296144" cy="367733"/>
            <a:chOff x="6228184" y="4869160"/>
            <a:chExt cx="1296144" cy="367733"/>
          </a:xfrm>
        </p:grpSpPr>
        <p:sp>
          <p:nvSpPr>
            <p:cNvPr id="23" name="橢圓 22"/>
            <p:cNvSpPr/>
            <p:nvPr/>
          </p:nvSpPr>
          <p:spPr>
            <a:xfrm>
              <a:off x="6228184" y="4876893"/>
              <a:ext cx="1296144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40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24" name="直線接點 23"/>
            <p:cNvCxnSpPr/>
            <p:nvPr/>
          </p:nvCxnSpPr>
          <p:spPr>
            <a:xfrm>
              <a:off x="6697300" y="487689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接點 24"/>
            <p:cNvCxnSpPr/>
            <p:nvPr/>
          </p:nvCxnSpPr>
          <p:spPr>
            <a:xfrm>
              <a:off x="7044984" y="486916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群組 25"/>
          <p:cNvGrpSpPr/>
          <p:nvPr/>
        </p:nvGrpSpPr>
        <p:grpSpPr>
          <a:xfrm>
            <a:off x="753448" y="3868263"/>
            <a:ext cx="1296144" cy="367733"/>
            <a:chOff x="6228184" y="4869160"/>
            <a:chExt cx="1296144" cy="367733"/>
          </a:xfrm>
        </p:grpSpPr>
        <p:sp>
          <p:nvSpPr>
            <p:cNvPr id="27" name="橢圓 26"/>
            <p:cNvSpPr/>
            <p:nvPr/>
          </p:nvSpPr>
          <p:spPr>
            <a:xfrm>
              <a:off x="6228184" y="4876893"/>
              <a:ext cx="1296144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10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直線接點 27"/>
            <p:cNvCxnSpPr/>
            <p:nvPr/>
          </p:nvCxnSpPr>
          <p:spPr>
            <a:xfrm>
              <a:off x="6697300" y="487689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接點 28"/>
            <p:cNvCxnSpPr/>
            <p:nvPr/>
          </p:nvCxnSpPr>
          <p:spPr>
            <a:xfrm>
              <a:off x="7044984" y="486916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" name="直線接點 29"/>
          <p:cNvCxnSpPr>
            <a:endCxn id="23" idx="0"/>
          </p:cNvCxnSpPr>
          <p:nvPr/>
        </p:nvCxnSpPr>
        <p:spPr>
          <a:xfrm flipH="1">
            <a:off x="3514464" y="2924904"/>
            <a:ext cx="734565" cy="9516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stCxn id="8" idx="3"/>
            <a:endCxn id="27" idx="0"/>
          </p:cNvCxnSpPr>
          <p:nvPr/>
        </p:nvCxnSpPr>
        <p:spPr>
          <a:xfrm flipH="1">
            <a:off x="1401520" y="2879916"/>
            <a:ext cx="2568208" cy="9960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接點 35"/>
          <p:cNvCxnSpPr>
            <a:endCxn id="15" idx="0"/>
          </p:cNvCxnSpPr>
          <p:nvPr/>
        </p:nvCxnSpPr>
        <p:spPr>
          <a:xfrm>
            <a:off x="4596713" y="2924904"/>
            <a:ext cx="1030695" cy="9516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字方塊 38"/>
          <p:cNvSpPr txBox="1"/>
          <p:nvPr/>
        </p:nvSpPr>
        <p:spPr>
          <a:xfrm>
            <a:off x="1921552" y="2356294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加入</a:t>
            </a:r>
            <a:r>
              <a:rPr lang="en-US" altLang="zh-TW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95</a:t>
            </a:r>
            <a:endParaRPr lang="zh-TW" altLang="en-US" sz="2000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40" name="向下箭號 39"/>
          <p:cNvSpPr/>
          <p:nvPr/>
        </p:nvSpPr>
        <p:spPr>
          <a:xfrm rot="10800000">
            <a:off x="4346939" y="2971105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向下箭號 42"/>
          <p:cNvSpPr/>
          <p:nvPr/>
        </p:nvSpPr>
        <p:spPr>
          <a:xfrm rot="10800000">
            <a:off x="8127309" y="4243729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向下箭號 43"/>
          <p:cNvSpPr/>
          <p:nvPr/>
        </p:nvSpPr>
        <p:spPr>
          <a:xfrm rot="10800000">
            <a:off x="4005745" y="2976187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53" name="群組 52"/>
          <p:cNvGrpSpPr/>
          <p:nvPr/>
        </p:nvGrpSpPr>
        <p:grpSpPr>
          <a:xfrm>
            <a:off x="7146324" y="3868263"/>
            <a:ext cx="1296144" cy="367733"/>
            <a:chOff x="6228184" y="4869160"/>
            <a:chExt cx="1296144" cy="367733"/>
          </a:xfrm>
        </p:grpSpPr>
        <p:sp>
          <p:nvSpPr>
            <p:cNvPr id="54" name="橢圓 53"/>
            <p:cNvSpPr/>
            <p:nvPr/>
          </p:nvSpPr>
          <p:spPr>
            <a:xfrm>
              <a:off x="6228184" y="4876893"/>
              <a:ext cx="1296144" cy="360000"/>
            </a:xfrm>
            <a:prstGeom prst="ellipse">
              <a:avLst/>
            </a:prstGeom>
            <a:ln>
              <a:solidFill>
                <a:srgbClr val="89A4A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80  90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55" name="直線接點 54"/>
            <p:cNvCxnSpPr/>
            <p:nvPr/>
          </p:nvCxnSpPr>
          <p:spPr>
            <a:xfrm>
              <a:off x="6697300" y="487689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線接點 55"/>
            <p:cNvCxnSpPr/>
            <p:nvPr/>
          </p:nvCxnSpPr>
          <p:spPr>
            <a:xfrm>
              <a:off x="7044984" y="486916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向下箭號 61"/>
          <p:cNvSpPr/>
          <p:nvPr/>
        </p:nvSpPr>
        <p:spPr>
          <a:xfrm rot="10800000">
            <a:off x="4713712" y="2977671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7" name="直線接點 56"/>
          <p:cNvCxnSpPr>
            <a:stCxn id="8" idx="5"/>
            <a:endCxn id="54" idx="0"/>
          </p:cNvCxnSpPr>
          <p:nvPr/>
        </p:nvCxnSpPr>
        <p:spPr>
          <a:xfrm>
            <a:off x="4886240" y="2879916"/>
            <a:ext cx="2908156" cy="9960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向下箭號 40"/>
          <p:cNvSpPr/>
          <p:nvPr/>
        </p:nvSpPr>
        <p:spPr>
          <a:xfrm>
            <a:off x="5334539" y="2977672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向下箭號 62"/>
          <p:cNvSpPr/>
          <p:nvPr/>
        </p:nvSpPr>
        <p:spPr>
          <a:xfrm rot="10800000">
            <a:off x="7372524" y="4243729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向下箭號 63"/>
          <p:cNvSpPr/>
          <p:nvPr/>
        </p:nvSpPr>
        <p:spPr>
          <a:xfrm rot="10800000">
            <a:off x="7724755" y="4243729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文字方塊 64"/>
          <p:cNvSpPr txBox="1"/>
          <p:nvPr/>
        </p:nvSpPr>
        <p:spPr>
          <a:xfrm>
            <a:off x="7931795" y="387053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C00000"/>
                </a:solidFill>
                <a:latin typeface="+mj-lt"/>
              </a:rPr>
              <a:t>95</a:t>
            </a:r>
            <a:endParaRPr lang="zh-TW" altLang="en-US" sz="1600" b="1" dirty="0">
              <a:solidFill>
                <a:srgbClr val="C0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48683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 animBg="1"/>
      <p:bldP spid="40" grpId="1" animBg="1"/>
      <p:bldP spid="43" grpId="0" animBg="1"/>
      <p:bldP spid="44" grpId="0" animBg="1"/>
      <p:bldP spid="44" grpId="1" animBg="1"/>
      <p:bldP spid="62" grpId="0" animBg="1"/>
      <p:bldP spid="41" grpId="0" animBg="1"/>
      <p:bldP spid="63" grpId="0" animBg="1"/>
      <p:bldP spid="63" grpId="1" animBg="1"/>
      <p:bldP spid="64" grpId="0" animBg="1"/>
      <p:bldP spid="64" grpId="1" animBg="1"/>
      <p:bldP spid="6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2-3-4 Tree</a:t>
            </a:r>
            <a:r>
              <a:rPr lang="zh-TW" altLang="en-US" dirty="0"/>
              <a:t> 的加入 </a:t>
            </a:r>
            <a:r>
              <a:rPr lang="en-US" altLang="zh-TW" dirty="0"/>
              <a:t>(4/5)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2026/05/13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26</a:t>
            </a:fld>
            <a:endParaRPr lang="en-US" altLang="zh-TW" dirty="0"/>
          </a:p>
        </p:txBody>
      </p:sp>
      <p:grpSp>
        <p:nvGrpSpPr>
          <p:cNvPr id="7" name="群組 6"/>
          <p:cNvGrpSpPr/>
          <p:nvPr/>
        </p:nvGrpSpPr>
        <p:grpSpPr>
          <a:xfrm>
            <a:off x="3779912" y="2564904"/>
            <a:ext cx="1296144" cy="367733"/>
            <a:chOff x="6228184" y="4869160"/>
            <a:chExt cx="1296144" cy="367733"/>
          </a:xfrm>
        </p:grpSpPr>
        <p:sp>
          <p:nvSpPr>
            <p:cNvPr id="8" name="橢圓 7"/>
            <p:cNvSpPr/>
            <p:nvPr/>
          </p:nvSpPr>
          <p:spPr>
            <a:xfrm>
              <a:off x="6228184" y="4876893"/>
              <a:ext cx="1296144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20  50  70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直線接點 8"/>
            <p:cNvCxnSpPr/>
            <p:nvPr/>
          </p:nvCxnSpPr>
          <p:spPr>
            <a:xfrm>
              <a:off x="6697300" y="487689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接點 9"/>
            <p:cNvCxnSpPr/>
            <p:nvPr/>
          </p:nvCxnSpPr>
          <p:spPr>
            <a:xfrm>
              <a:off x="7044984" y="486916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群組 13"/>
          <p:cNvGrpSpPr/>
          <p:nvPr/>
        </p:nvGrpSpPr>
        <p:grpSpPr>
          <a:xfrm>
            <a:off x="4979336" y="3868781"/>
            <a:ext cx="1296144" cy="367733"/>
            <a:chOff x="6228184" y="4869160"/>
            <a:chExt cx="1296144" cy="367733"/>
          </a:xfrm>
        </p:grpSpPr>
        <p:sp>
          <p:nvSpPr>
            <p:cNvPr id="15" name="橢圓 14"/>
            <p:cNvSpPr/>
            <p:nvPr/>
          </p:nvSpPr>
          <p:spPr>
            <a:xfrm>
              <a:off x="6228184" y="4876893"/>
              <a:ext cx="1296144" cy="360000"/>
            </a:xfrm>
            <a:prstGeom prst="ellipse">
              <a:avLst/>
            </a:prstGeom>
            <a:ln>
              <a:solidFill>
                <a:srgbClr val="89A4A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60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16" name="直線接點 15"/>
            <p:cNvCxnSpPr/>
            <p:nvPr/>
          </p:nvCxnSpPr>
          <p:spPr>
            <a:xfrm>
              <a:off x="6697300" y="487689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接點 16"/>
            <p:cNvCxnSpPr/>
            <p:nvPr/>
          </p:nvCxnSpPr>
          <p:spPr>
            <a:xfrm>
              <a:off x="7044984" y="486916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群組 21"/>
          <p:cNvGrpSpPr/>
          <p:nvPr/>
        </p:nvGrpSpPr>
        <p:grpSpPr>
          <a:xfrm>
            <a:off x="2866392" y="3868781"/>
            <a:ext cx="1296144" cy="367733"/>
            <a:chOff x="6228184" y="4869160"/>
            <a:chExt cx="1296144" cy="367733"/>
          </a:xfrm>
        </p:grpSpPr>
        <p:sp>
          <p:nvSpPr>
            <p:cNvPr id="23" name="橢圓 22"/>
            <p:cNvSpPr/>
            <p:nvPr/>
          </p:nvSpPr>
          <p:spPr>
            <a:xfrm>
              <a:off x="6228184" y="4876893"/>
              <a:ext cx="1296144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40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24" name="直線接點 23"/>
            <p:cNvCxnSpPr/>
            <p:nvPr/>
          </p:nvCxnSpPr>
          <p:spPr>
            <a:xfrm>
              <a:off x="6697300" y="487689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接點 24"/>
            <p:cNvCxnSpPr/>
            <p:nvPr/>
          </p:nvCxnSpPr>
          <p:spPr>
            <a:xfrm>
              <a:off x="7044984" y="486916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群組 25"/>
          <p:cNvGrpSpPr/>
          <p:nvPr/>
        </p:nvGrpSpPr>
        <p:grpSpPr>
          <a:xfrm>
            <a:off x="753448" y="3868263"/>
            <a:ext cx="1296144" cy="367733"/>
            <a:chOff x="6228184" y="4869160"/>
            <a:chExt cx="1296144" cy="367733"/>
          </a:xfrm>
        </p:grpSpPr>
        <p:sp>
          <p:nvSpPr>
            <p:cNvPr id="27" name="橢圓 26"/>
            <p:cNvSpPr/>
            <p:nvPr/>
          </p:nvSpPr>
          <p:spPr>
            <a:xfrm>
              <a:off x="6228184" y="4876893"/>
              <a:ext cx="1296144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10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直線接點 27"/>
            <p:cNvCxnSpPr/>
            <p:nvPr/>
          </p:nvCxnSpPr>
          <p:spPr>
            <a:xfrm>
              <a:off x="6697300" y="487689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接點 28"/>
            <p:cNvCxnSpPr/>
            <p:nvPr/>
          </p:nvCxnSpPr>
          <p:spPr>
            <a:xfrm>
              <a:off x="7044984" y="486916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" name="直線接點 29"/>
          <p:cNvCxnSpPr>
            <a:endCxn id="23" idx="0"/>
          </p:cNvCxnSpPr>
          <p:nvPr/>
        </p:nvCxnSpPr>
        <p:spPr>
          <a:xfrm flipH="1">
            <a:off x="3514464" y="2924904"/>
            <a:ext cx="734565" cy="9516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stCxn id="8" idx="3"/>
            <a:endCxn id="27" idx="0"/>
          </p:cNvCxnSpPr>
          <p:nvPr/>
        </p:nvCxnSpPr>
        <p:spPr>
          <a:xfrm flipH="1">
            <a:off x="1401520" y="2879916"/>
            <a:ext cx="2568208" cy="9960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接點 35"/>
          <p:cNvCxnSpPr>
            <a:endCxn id="15" idx="0"/>
          </p:cNvCxnSpPr>
          <p:nvPr/>
        </p:nvCxnSpPr>
        <p:spPr>
          <a:xfrm>
            <a:off x="4596713" y="2924904"/>
            <a:ext cx="1030695" cy="9516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字方塊 38"/>
          <p:cNvSpPr txBox="1"/>
          <p:nvPr/>
        </p:nvSpPr>
        <p:spPr>
          <a:xfrm>
            <a:off x="1921552" y="2356294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加入</a:t>
            </a:r>
            <a:r>
              <a:rPr lang="en-US" altLang="zh-TW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75</a:t>
            </a:r>
            <a:endParaRPr lang="zh-TW" altLang="en-US" sz="2000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40" name="向下箭號 39"/>
          <p:cNvSpPr/>
          <p:nvPr/>
        </p:nvSpPr>
        <p:spPr>
          <a:xfrm rot="10800000">
            <a:off x="4346939" y="2971105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向下箭號 42"/>
          <p:cNvSpPr/>
          <p:nvPr/>
        </p:nvSpPr>
        <p:spPr>
          <a:xfrm rot="10800000">
            <a:off x="7146324" y="4239165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向下箭號 43"/>
          <p:cNvSpPr/>
          <p:nvPr/>
        </p:nvSpPr>
        <p:spPr>
          <a:xfrm rot="10800000">
            <a:off x="4005745" y="2976187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53" name="群組 52"/>
          <p:cNvGrpSpPr/>
          <p:nvPr/>
        </p:nvGrpSpPr>
        <p:grpSpPr>
          <a:xfrm>
            <a:off x="7146324" y="3868263"/>
            <a:ext cx="1296144" cy="367733"/>
            <a:chOff x="6228184" y="4869160"/>
            <a:chExt cx="1296144" cy="367733"/>
          </a:xfrm>
        </p:grpSpPr>
        <p:sp>
          <p:nvSpPr>
            <p:cNvPr id="54" name="橢圓 53"/>
            <p:cNvSpPr/>
            <p:nvPr/>
          </p:nvSpPr>
          <p:spPr>
            <a:xfrm>
              <a:off x="6228184" y="4876893"/>
              <a:ext cx="1296144" cy="360000"/>
            </a:xfrm>
            <a:prstGeom prst="ellipse">
              <a:avLst/>
            </a:prstGeom>
            <a:ln>
              <a:solidFill>
                <a:srgbClr val="89A4A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80  90  95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55" name="直線接點 54"/>
            <p:cNvCxnSpPr/>
            <p:nvPr/>
          </p:nvCxnSpPr>
          <p:spPr>
            <a:xfrm>
              <a:off x="6697300" y="487689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線接點 55"/>
            <p:cNvCxnSpPr/>
            <p:nvPr/>
          </p:nvCxnSpPr>
          <p:spPr>
            <a:xfrm>
              <a:off x="7044984" y="486916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向下箭號 61"/>
          <p:cNvSpPr/>
          <p:nvPr/>
        </p:nvSpPr>
        <p:spPr>
          <a:xfrm rot="10800000">
            <a:off x="4713712" y="2977671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7" name="直線接點 56"/>
          <p:cNvCxnSpPr>
            <a:stCxn id="8" idx="5"/>
            <a:endCxn id="54" idx="0"/>
          </p:cNvCxnSpPr>
          <p:nvPr/>
        </p:nvCxnSpPr>
        <p:spPr>
          <a:xfrm>
            <a:off x="4886240" y="2879916"/>
            <a:ext cx="2908156" cy="9960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向下箭號 40"/>
          <p:cNvSpPr/>
          <p:nvPr/>
        </p:nvSpPr>
        <p:spPr>
          <a:xfrm>
            <a:off x="5334539" y="2977672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42" name="群組 41"/>
          <p:cNvGrpSpPr/>
          <p:nvPr/>
        </p:nvGrpSpPr>
        <p:grpSpPr>
          <a:xfrm>
            <a:off x="6923552" y="5043107"/>
            <a:ext cx="1824912" cy="379151"/>
            <a:chOff x="4979336" y="5426073"/>
            <a:chExt cx="1824912" cy="379151"/>
          </a:xfrm>
        </p:grpSpPr>
        <p:grpSp>
          <p:nvGrpSpPr>
            <p:cNvPr id="45" name="群組 44"/>
            <p:cNvGrpSpPr/>
            <p:nvPr/>
          </p:nvGrpSpPr>
          <p:grpSpPr>
            <a:xfrm>
              <a:off x="4979336" y="5426073"/>
              <a:ext cx="1824912" cy="367733"/>
              <a:chOff x="6228184" y="4869160"/>
              <a:chExt cx="1296144" cy="367733"/>
            </a:xfrm>
          </p:grpSpPr>
          <p:sp>
            <p:nvSpPr>
              <p:cNvPr id="47" name="橢圓 46"/>
              <p:cNvSpPr/>
              <p:nvPr/>
            </p:nvSpPr>
            <p:spPr>
              <a:xfrm>
                <a:off x="6228184" y="4876893"/>
                <a:ext cx="1296144" cy="36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r>
                  <a:rPr lang="en-US" altLang="zh-TW" b="1" dirty="0">
                    <a:solidFill>
                      <a:schemeClr val="tx1"/>
                    </a:solidFill>
                  </a:rPr>
                  <a:t>75  80  90  95</a:t>
                </a:r>
                <a:endParaRPr lang="zh-TW" altLang="en-US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8" name="直線接點 47"/>
              <p:cNvCxnSpPr/>
              <p:nvPr/>
            </p:nvCxnSpPr>
            <p:spPr>
              <a:xfrm>
                <a:off x="6621294" y="4876893"/>
                <a:ext cx="0" cy="360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線接點 48"/>
              <p:cNvCxnSpPr/>
              <p:nvPr/>
            </p:nvCxnSpPr>
            <p:spPr>
              <a:xfrm>
                <a:off x="6872624" y="4869160"/>
                <a:ext cx="0" cy="360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6" name="直線接點 45"/>
            <p:cNvCxnSpPr/>
            <p:nvPr/>
          </p:nvCxnSpPr>
          <p:spPr>
            <a:xfrm>
              <a:off x="6215828" y="5445224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群組 49"/>
          <p:cNvGrpSpPr/>
          <p:nvPr/>
        </p:nvGrpSpPr>
        <p:grpSpPr>
          <a:xfrm>
            <a:off x="7473426" y="4860889"/>
            <a:ext cx="360040" cy="542218"/>
            <a:chOff x="6690058" y="4693088"/>
            <a:chExt cx="360040" cy="542218"/>
          </a:xfrm>
        </p:grpSpPr>
        <p:sp>
          <p:nvSpPr>
            <p:cNvPr id="51" name="橢圓 50"/>
            <p:cNvSpPr/>
            <p:nvPr/>
          </p:nvSpPr>
          <p:spPr>
            <a:xfrm>
              <a:off x="6690058" y="4875306"/>
              <a:ext cx="360040" cy="36000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向下箭號 51"/>
            <p:cNvSpPr/>
            <p:nvPr/>
          </p:nvSpPr>
          <p:spPr>
            <a:xfrm rot="10800000">
              <a:off x="6787435" y="4693088"/>
              <a:ext cx="172528" cy="176040"/>
            </a:xfrm>
            <a:prstGeom prst="downArrow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58" name="群組 57"/>
          <p:cNvGrpSpPr/>
          <p:nvPr/>
        </p:nvGrpSpPr>
        <p:grpSpPr>
          <a:xfrm>
            <a:off x="6115557" y="2553486"/>
            <a:ext cx="1824912" cy="379151"/>
            <a:chOff x="4979336" y="5426073"/>
            <a:chExt cx="1824912" cy="379151"/>
          </a:xfrm>
        </p:grpSpPr>
        <p:grpSp>
          <p:nvGrpSpPr>
            <p:cNvPr id="59" name="群組 58"/>
            <p:cNvGrpSpPr/>
            <p:nvPr/>
          </p:nvGrpSpPr>
          <p:grpSpPr>
            <a:xfrm>
              <a:off x="4979336" y="5426073"/>
              <a:ext cx="1824912" cy="367733"/>
              <a:chOff x="6228184" y="4869160"/>
              <a:chExt cx="1296144" cy="367733"/>
            </a:xfrm>
          </p:grpSpPr>
          <p:sp>
            <p:nvSpPr>
              <p:cNvPr id="61" name="橢圓 60"/>
              <p:cNvSpPr/>
              <p:nvPr/>
            </p:nvSpPr>
            <p:spPr>
              <a:xfrm>
                <a:off x="6228184" y="4876893"/>
                <a:ext cx="1296144" cy="36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r>
                  <a:rPr lang="en-US" altLang="zh-TW" b="1" dirty="0">
                    <a:solidFill>
                      <a:schemeClr val="tx1"/>
                    </a:solidFill>
                  </a:rPr>
                  <a:t>20  50  70  80</a:t>
                </a:r>
                <a:endParaRPr lang="zh-TW" altLang="en-US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66" name="直線接點 65"/>
              <p:cNvCxnSpPr/>
              <p:nvPr/>
            </p:nvCxnSpPr>
            <p:spPr>
              <a:xfrm>
                <a:off x="6621294" y="4876893"/>
                <a:ext cx="0" cy="360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線接點 66"/>
              <p:cNvCxnSpPr/>
              <p:nvPr/>
            </p:nvCxnSpPr>
            <p:spPr>
              <a:xfrm>
                <a:off x="6872624" y="4869160"/>
                <a:ext cx="0" cy="360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0" name="直線接點 59"/>
            <p:cNvCxnSpPr/>
            <p:nvPr/>
          </p:nvCxnSpPr>
          <p:spPr>
            <a:xfrm>
              <a:off x="6215828" y="5445224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群組 67"/>
          <p:cNvGrpSpPr/>
          <p:nvPr/>
        </p:nvGrpSpPr>
        <p:grpSpPr>
          <a:xfrm>
            <a:off x="6665431" y="2371268"/>
            <a:ext cx="360040" cy="542218"/>
            <a:chOff x="6690058" y="4693088"/>
            <a:chExt cx="360040" cy="542218"/>
          </a:xfrm>
        </p:grpSpPr>
        <p:sp>
          <p:nvSpPr>
            <p:cNvPr id="69" name="橢圓 68"/>
            <p:cNvSpPr/>
            <p:nvPr/>
          </p:nvSpPr>
          <p:spPr>
            <a:xfrm>
              <a:off x="6690058" y="4875306"/>
              <a:ext cx="360040" cy="36000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0" name="向下箭號 69"/>
            <p:cNvSpPr/>
            <p:nvPr/>
          </p:nvSpPr>
          <p:spPr>
            <a:xfrm rot="10800000">
              <a:off x="6787435" y="4693088"/>
              <a:ext cx="172528" cy="176040"/>
            </a:xfrm>
            <a:prstGeom prst="downArrow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44590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 animBg="1"/>
      <p:bldP spid="40" grpId="1" animBg="1"/>
      <p:bldP spid="43" grpId="0" animBg="1"/>
      <p:bldP spid="44" grpId="0" animBg="1"/>
      <p:bldP spid="44" grpId="1" animBg="1"/>
      <p:bldP spid="62" grpId="0" animBg="1"/>
      <p:bldP spid="4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2-3-4 Tree</a:t>
            </a:r>
            <a:r>
              <a:rPr lang="zh-TW" altLang="en-US" dirty="0"/>
              <a:t> 的加入 </a:t>
            </a:r>
            <a:r>
              <a:rPr lang="en-US" altLang="zh-TW" dirty="0"/>
              <a:t>(5/5)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2026/05/13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27</a:t>
            </a:fld>
            <a:endParaRPr lang="en-US" altLang="zh-TW" dirty="0"/>
          </a:p>
        </p:txBody>
      </p:sp>
      <p:grpSp>
        <p:nvGrpSpPr>
          <p:cNvPr id="7" name="群組 6"/>
          <p:cNvGrpSpPr/>
          <p:nvPr/>
        </p:nvGrpSpPr>
        <p:grpSpPr>
          <a:xfrm>
            <a:off x="2771800" y="3152528"/>
            <a:ext cx="1296144" cy="367733"/>
            <a:chOff x="6228184" y="4869160"/>
            <a:chExt cx="1296144" cy="367733"/>
          </a:xfrm>
        </p:grpSpPr>
        <p:sp>
          <p:nvSpPr>
            <p:cNvPr id="8" name="橢圓 7"/>
            <p:cNvSpPr/>
            <p:nvPr/>
          </p:nvSpPr>
          <p:spPr>
            <a:xfrm>
              <a:off x="6228184" y="4876893"/>
              <a:ext cx="1296144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20  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直線接點 8"/>
            <p:cNvCxnSpPr/>
            <p:nvPr/>
          </p:nvCxnSpPr>
          <p:spPr>
            <a:xfrm>
              <a:off x="6697300" y="487689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接點 9"/>
            <p:cNvCxnSpPr/>
            <p:nvPr/>
          </p:nvCxnSpPr>
          <p:spPr>
            <a:xfrm>
              <a:off x="7044984" y="486916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群組 13"/>
          <p:cNvGrpSpPr/>
          <p:nvPr/>
        </p:nvGrpSpPr>
        <p:grpSpPr>
          <a:xfrm>
            <a:off x="4067944" y="4456405"/>
            <a:ext cx="1296144" cy="367733"/>
            <a:chOff x="6228184" y="4869160"/>
            <a:chExt cx="1296144" cy="367733"/>
          </a:xfrm>
        </p:grpSpPr>
        <p:sp>
          <p:nvSpPr>
            <p:cNvPr id="15" name="橢圓 14"/>
            <p:cNvSpPr/>
            <p:nvPr/>
          </p:nvSpPr>
          <p:spPr>
            <a:xfrm>
              <a:off x="6228184" y="4876893"/>
              <a:ext cx="1296144" cy="360000"/>
            </a:xfrm>
            <a:prstGeom prst="ellipse">
              <a:avLst/>
            </a:prstGeom>
            <a:ln>
              <a:solidFill>
                <a:srgbClr val="89A4A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60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16" name="直線接點 15"/>
            <p:cNvCxnSpPr/>
            <p:nvPr/>
          </p:nvCxnSpPr>
          <p:spPr>
            <a:xfrm>
              <a:off x="6697300" y="487689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接點 16"/>
            <p:cNvCxnSpPr/>
            <p:nvPr/>
          </p:nvCxnSpPr>
          <p:spPr>
            <a:xfrm>
              <a:off x="7044984" y="486916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群組 21"/>
          <p:cNvGrpSpPr/>
          <p:nvPr/>
        </p:nvGrpSpPr>
        <p:grpSpPr>
          <a:xfrm>
            <a:off x="2596894" y="4456405"/>
            <a:ext cx="1296144" cy="367733"/>
            <a:chOff x="6228184" y="4869160"/>
            <a:chExt cx="1296144" cy="367733"/>
          </a:xfrm>
        </p:grpSpPr>
        <p:sp>
          <p:nvSpPr>
            <p:cNvPr id="23" name="橢圓 22"/>
            <p:cNvSpPr/>
            <p:nvPr/>
          </p:nvSpPr>
          <p:spPr>
            <a:xfrm>
              <a:off x="6228184" y="4876893"/>
              <a:ext cx="1296144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40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24" name="直線接點 23"/>
            <p:cNvCxnSpPr/>
            <p:nvPr/>
          </p:nvCxnSpPr>
          <p:spPr>
            <a:xfrm>
              <a:off x="6697300" y="487689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接點 24"/>
            <p:cNvCxnSpPr/>
            <p:nvPr/>
          </p:nvCxnSpPr>
          <p:spPr>
            <a:xfrm>
              <a:off x="7044984" y="486916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群組 25"/>
          <p:cNvGrpSpPr/>
          <p:nvPr/>
        </p:nvGrpSpPr>
        <p:grpSpPr>
          <a:xfrm>
            <a:off x="753448" y="4455887"/>
            <a:ext cx="1296144" cy="367733"/>
            <a:chOff x="6228184" y="4869160"/>
            <a:chExt cx="1296144" cy="367733"/>
          </a:xfrm>
        </p:grpSpPr>
        <p:sp>
          <p:nvSpPr>
            <p:cNvPr id="27" name="橢圓 26"/>
            <p:cNvSpPr/>
            <p:nvPr/>
          </p:nvSpPr>
          <p:spPr>
            <a:xfrm>
              <a:off x="6228184" y="4876893"/>
              <a:ext cx="1296144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10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直線接點 27"/>
            <p:cNvCxnSpPr/>
            <p:nvPr/>
          </p:nvCxnSpPr>
          <p:spPr>
            <a:xfrm>
              <a:off x="6697300" y="487689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接點 28"/>
            <p:cNvCxnSpPr/>
            <p:nvPr/>
          </p:nvCxnSpPr>
          <p:spPr>
            <a:xfrm>
              <a:off x="7044984" y="486916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" name="直線接點 29"/>
          <p:cNvCxnSpPr>
            <a:endCxn id="23" idx="0"/>
          </p:cNvCxnSpPr>
          <p:nvPr/>
        </p:nvCxnSpPr>
        <p:spPr>
          <a:xfrm>
            <a:off x="3244397" y="3527994"/>
            <a:ext cx="569" cy="93614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stCxn id="8" idx="3"/>
            <a:endCxn id="27" idx="0"/>
          </p:cNvCxnSpPr>
          <p:nvPr/>
        </p:nvCxnSpPr>
        <p:spPr>
          <a:xfrm flipH="1">
            <a:off x="1401520" y="3467540"/>
            <a:ext cx="1560096" cy="9960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接點 35"/>
          <p:cNvCxnSpPr>
            <a:stCxn id="73" idx="3"/>
            <a:endCxn id="15" idx="0"/>
          </p:cNvCxnSpPr>
          <p:nvPr/>
        </p:nvCxnSpPr>
        <p:spPr>
          <a:xfrm flipH="1">
            <a:off x="4716016" y="3465268"/>
            <a:ext cx="837888" cy="99887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群組 52"/>
          <p:cNvGrpSpPr/>
          <p:nvPr/>
        </p:nvGrpSpPr>
        <p:grpSpPr>
          <a:xfrm>
            <a:off x="7146324" y="4455887"/>
            <a:ext cx="1296144" cy="367733"/>
            <a:chOff x="6228184" y="4869160"/>
            <a:chExt cx="1296144" cy="367733"/>
          </a:xfrm>
        </p:grpSpPr>
        <p:sp>
          <p:nvSpPr>
            <p:cNvPr id="54" name="橢圓 53"/>
            <p:cNvSpPr/>
            <p:nvPr/>
          </p:nvSpPr>
          <p:spPr>
            <a:xfrm>
              <a:off x="6228184" y="4876893"/>
              <a:ext cx="1296144" cy="360000"/>
            </a:xfrm>
            <a:prstGeom prst="ellipse">
              <a:avLst/>
            </a:prstGeom>
            <a:ln>
              <a:solidFill>
                <a:srgbClr val="89A4A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90  95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55" name="直線接點 54"/>
            <p:cNvCxnSpPr/>
            <p:nvPr/>
          </p:nvCxnSpPr>
          <p:spPr>
            <a:xfrm>
              <a:off x="6697300" y="487689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線接點 55"/>
            <p:cNvCxnSpPr/>
            <p:nvPr/>
          </p:nvCxnSpPr>
          <p:spPr>
            <a:xfrm>
              <a:off x="7044984" y="486916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7" name="直線接點 56"/>
          <p:cNvCxnSpPr>
            <a:endCxn id="77" idx="0"/>
          </p:cNvCxnSpPr>
          <p:nvPr/>
        </p:nvCxnSpPr>
        <p:spPr>
          <a:xfrm>
            <a:off x="5843431" y="3525722"/>
            <a:ext cx="254912" cy="9378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群組 62"/>
          <p:cNvGrpSpPr/>
          <p:nvPr/>
        </p:nvGrpSpPr>
        <p:grpSpPr>
          <a:xfrm>
            <a:off x="3779912" y="2132856"/>
            <a:ext cx="1296144" cy="367733"/>
            <a:chOff x="6228184" y="4869160"/>
            <a:chExt cx="1296144" cy="367733"/>
          </a:xfrm>
        </p:grpSpPr>
        <p:sp>
          <p:nvSpPr>
            <p:cNvPr id="64" name="橢圓 63"/>
            <p:cNvSpPr/>
            <p:nvPr/>
          </p:nvSpPr>
          <p:spPr>
            <a:xfrm>
              <a:off x="6228184" y="4876893"/>
              <a:ext cx="1296144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50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65" name="直線接點 64"/>
            <p:cNvCxnSpPr/>
            <p:nvPr/>
          </p:nvCxnSpPr>
          <p:spPr>
            <a:xfrm>
              <a:off x="6697300" y="487689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線接點 70"/>
            <p:cNvCxnSpPr/>
            <p:nvPr/>
          </p:nvCxnSpPr>
          <p:spPr>
            <a:xfrm>
              <a:off x="7044984" y="486916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群組 71"/>
          <p:cNvGrpSpPr/>
          <p:nvPr/>
        </p:nvGrpSpPr>
        <p:grpSpPr>
          <a:xfrm>
            <a:off x="5364088" y="3150256"/>
            <a:ext cx="1296144" cy="367733"/>
            <a:chOff x="6228184" y="4869160"/>
            <a:chExt cx="1296144" cy="367733"/>
          </a:xfrm>
        </p:grpSpPr>
        <p:sp>
          <p:nvSpPr>
            <p:cNvPr id="73" name="橢圓 72"/>
            <p:cNvSpPr/>
            <p:nvPr/>
          </p:nvSpPr>
          <p:spPr>
            <a:xfrm>
              <a:off x="6228184" y="4876893"/>
              <a:ext cx="1296144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70  80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74" name="直線接點 73"/>
            <p:cNvCxnSpPr/>
            <p:nvPr/>
          </p:nvCxnSpPr>
          <p:spPr>
            <a:xfrm>
              <a:off x="6697300" y="487689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線接點 74"/>
            <p:cNvCxnSpPr/>
            <p:nvPr/>
          </p:nvCxnSpPr>
          <p:spPr>
            <a:xfrm>
              <a:off x="7044984" y="486916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群組 75"/>
          <p:cNvGrpSpPr/>
          <p:nvPr/>
        </p:nvGrpSpPr>
        <p:grpSpPr>
          <a:xfrm>
            <a:off x="5450271" y="4455887"/>
            <a:ext cx="1296144" cy="367733"/>
            <a:chOff x="6228184" y="4869160"/>
            <a:chExt cx="1296144" cy="367733"/>
          </a:xfrm>
        </p:grpSpPr>
        <p:sp>
          <p:nvSpPr>
            <p:cNvPr id="77" name="橢圓 76"/>
            <p:cNvSpPr/>
            <p:nvPr/>
          </p:nvSpPr>
          <p:spPr>
            <a:xfrm>
              <a:off x="6228184" y="4876893"/>
              <a:ext cx="1296144" cy="360000"/>
            </a:xfrm>
            <a:prstGeom prst="ellipse">
              <a:avLst/>
            </a:prstGeom>
            <a:ln>
              <a:solidFill>
                <a:srgbClr val="89A4A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75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78" name="直線接點 77"/>
            <p:cNvCxnSpPr/>
            <p:nvPr/>
          </p:nvCxnSpPr>
          <p:spPr>
            <a:xfrm>
              <a:off x="6697300" y="487689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線接點 78"/>
            <p:cNvCxnSpPr/>
            <p:nvPr/>
          </p:nvCxnSpPr>
          <p:spPr>
            <a:xfrm>
              <a:off x="7044984" y="486916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0" name="直線接點 79"/>
          <p:cNvCxnSpPr>
            <a:endCxn id="54" idx="0"/>
          </p:cNvCxnSpPr>
          <p:nvPr/>
        </p:nvCxnSpPr>
        <p:spPr>
          <a:xfrm>
            <a:off x="6180888" y="3513345"/>
            <a:ext cx="1613508" cy="9502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>
            <a:stCxn id="64" idx="3"/>
            <a:endCxn id="8" idx="0"/>
          </p:cNvCxnSpPr>
          <p:nvPr/>
        </p:nvCxnSpPr>
        <p:spPr>
          <a:xfrm flipH="1">
            <a:off x="3419872" y="2447868"/>
            <a:ext cx="549856" cy="7123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/>
          <p:cNvCxnSpPr>
            <a:endCxn id="73" idx="0"/>
          </p:cNvCxnSpPr>
          <p:nvPr/>
        </p:nvCxnSpPr>
        <p:spPr>
          <a:xfrm>
            <a:off x="4246899" y="2500589"/>
            <a:ext cx="1765261" cy="657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76505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2-3-4 Tree</a:t>
            </a:r>
            <a:r>
              <a:rPr lang="zh-TW" altLang="en-US" dirty="0"/>
              <a:t> 的刪除 </a:t>
            </a:r>
            <a:r>
              <a:rPr lang="en-US" altLang="zh-TW" dirty="0"/>
              <a:t>(1/4)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2026/05/13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28</a:t>
            </a:fld>
            <a:endParaRPr lang="en-US" altLang="zh-TW" dirty="0"/>
          </a:p>
        </p:txBody>
      </p:sp>
      <p:grpSp>
        <p:nvGrpSpPr>
          <p:cNvPr id="7" name="群組 6"/>
          <p:cNvGrpSpPr/>
          <p:nvPr/>
        </p:nvGrpSpPr>
        <p:grpSpPr>
          <a:xfrm>
            <a:off x="4127596" y="2230919"/>
            <a:ext cx="1296144" cy="367733"/>
            <a:chOff x="6228184" y="4869160"/>
            <a:chExt cx="1296144" cy="367733"/>
          </a:xfrm>
        </p:grpSpPr>
        <p:sp>
          <p:nvSpPr>
            <p:cNvPr id="8" name="橢圓 7"/>
            <p:cNvSpPr/>
            <p:nvPr/>
          </p:nvSpPr>
          <p:spPr>
            <a:xfrm>
              <a:off x="6228184" y="4876893"/>
              <a:ext cx="1296144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30  60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直線接點 8"/>
            <p:cNvCxnSpPr/>
            <p:nvPr/>
          </p:nvCxnSpPr>
          <p:spPr>
            <a:xfrm>
              <a:off x="6697300" y="487689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接點 9"/>
            <p:cNvCxnSpPr/>
            <p:nvPr/>
          </p:nvCxnSpPr>
          <p:spPr>
            <a:xfrm>
              <a:off x="7044984" y="486916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群組 10"/>
          <p:cNvGrpSpPr/>
          <p:nvPr/>
        </p:nvGrpSpPr>
        <p:grpSpPr>
          <a:xfrm>
            <a:off x="1473528" y="3564678"/>
            <a:ext cx="1296144" cy="367733"/>
            <a:chOff x="6228184" y="4869160"/>
            <a:chExt cx="1296144" cy="367733"/>
          </a:xfrm>
        </p:grpSpPr>
        <p:sp>
          <p:nvSpPr>
            <p:cNvPr id="12" name="橢圓 11"/>
            <p:cNvSpPr/>
            <p:nvPr/>
          </p:nvSpPr>
          <p:spPr>
            <a:xfrm>
              <a:off x="6228184" y="4876893"/>
              <a:ext cx="1296144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20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13" name="直線接點 12"/>
            <p:cNvCxnSpPr/>
            <p:nvPr/>
          </p:nvCxnSpPr>
          <p:spPr>
            <a:xfrm>
              <a:off x="6697300" y="487689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13"/>
            <p:cNvCxnSpPr/>
            <p:nvPr/>
          </p:nvCxnSpPr>
          <p:spPr>
            <a:xfrm>
              <a:off x="7044984" y="486916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群組 14"/>
          <p:cNvGrpSpPr/>
          <p:nvPr/>
        </p:nvGrpSpPr>
        <p:grpSpPr>
          <a:xfrm>
            <a:off x="3238788" y="3568544"/>
            <a:ext cx="1296144" cy="367733"/>
            <a:chOff x="6228184" y="4869160"/>
            <a:chExt cx="1296144" cy="367733"/>
          </a:xfrm>
        </p:grpSpPr>
        <p:sp>
          <p:nvSpPr>
            <p:cNvPr id="16" name="橢圓 15"/>
            <p:cNvSpPr/>
            <p:nvPr/>
          </p:nvSpPr>
          <p:spPr>
            <a:xfrm>
              <a:off x="6228184" y="4876893"/>
              <a:ext cx="1296144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40  45  50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17" name="直線接點 16"/>
            <p:cNvCxnSpPr/>
            <p:nvPr/>
          </p:nvCxnSpPr>
          <p:spPr>
            <a:xfrm>
              <a:off x="6697300" y="487689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/>
            <p:cNvCxnSpPr/>
            <p:nvPr/>
          </p:nvCxnSpPr>
          <p:spPr>
            <a:xfrm>
              <a:off x="7044984" y="486916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群組 18"/>
          <p:cNvGrpSpPr/>
          <p:nvPr/>
        </p:nvGrpSpPr>
        <p:grpSpPr>
          <a:xfrm>
            <a:off x="5004048" y="3564678"/>
            <a:ext cx="1296144" cy="367733"/>
            <a:chOff x="6228184" y="4869160"/>
            <a:chExt cx="1296144" cy="367733"/>
          </a:xfrm>
        </p:grpSpPr>
        <p:sp>
          <p:nvSpPr>
            <p:cNvPr id="20" name="橢圓 19"/>
            <p:cNvSpPr/>
            <p:nvPr/>
          </p:nvSpPr>
          <p:spPr>
            <a:xfrm>
              <a:off x="6228184" y="4876893"/>
              <a:ext cx="1296144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70  80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21" name="直線接點 20"/>
            <p:cNvCxnSpPr/>
            <p:nvPr/>
          </p:nvCxnSpPr>
          <p:spPr>
            <a:xfrm>
              <a:off x="6697300" y="487689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/>
            <p:cNvCxnSpPr/>
            <p:nvPr/>
          </p:nvCxnSpPr>
          <p:spPr>
            <a:xfrm>
              <a:off x="7044984" y="486916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直線接點 22"/>
          <p:cNvCxnSpPr>
            <a:stCxn id="8" idx="3"/>
            <a:endCxn id="12" idx="0"/>
          </p:cNvCxnSpPr>
          <p:nvPr/>
        </p:nvCxnSpPr>
        <p:spPr>
          <a:xfrm flipH="1">
            <a:off x="2121600" y="2545931"/>
            <a:ext cx="2195812" cy="10264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/>
          <p:cNvCxnSpPr>
            <a:endCxn id="16" idx="0"/>
          </p:cNvCxnSpPr>
          <p:nvPr/>
        </p:nvCxnSpPr>
        <p:spPr>
          <a:xfrm flipH="1">
            <a:off x="3886860" y="2598652"/>
            <a:ext cx="709852" cy="9776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/>
          <p:cNvCxnSpPr>
            <a:endCxn id="20" idx="0"/>
          </p:cNvCxnSpPr>
          <p:nvPr/>
        </p:nvCxnSpPr>
        <p:spPr>
          <a:xfrm>
            <a:off x="4944396" y="2598652"/>
            <a:ext cx="707724" cy="97375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字方塊 33"/>
          <p:cNvSpPr txBox="1"/>
          <p:nvPr/>
        </p:nvSpPr>
        <p:spPr>
          <a:xfrm>
            <a:off x="1921552" y="2356294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刪除</a:t>
            </a:r>
            <a:r>
              <a:rPr lang="en-US" altLang="zh-TW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70</a:t>
            </a:r>
            <a:endParaRPr lang="zh-TW" altLang="en-US" sz="2000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35" name="向下箭號 34"/>
          <p:cNvSpPr/>
          <p:nvPr/>
        </p:nvSpPr>
        <p:spPr>
          <a:xfrm rot="10800000">
            <a:off x="4699305" y="2606385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向下箭號 35"/>
          <p:cNvSpPr/>
          <p:nvPr/>
        </p:nvSpPr>
        <p:spPr>
          <a:xfrm rot="10800000">
            <a:off x="5207945" y="3934438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向下箭號 36"/>
          <p:cNvSpPr/>
          <p:nvPr/>
        </p:nvSpPr>
        <p:spPr>
          <a:xfrm rot="10800000">
            <a:off x="4358111" y="2611467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向下箭號 37"/>
          <p:cNvSpPr/>
          <p:nvPr/>
        </p:nvSpPr>
        <p:spPr>
          <a:xfrm>
            <a:off x="4997191" y="2751916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39" name="群組 38"/>
          <p:cNvGrpSpPr/>
          <p:nvPr/>
        </p:nvGrpSpPr>
        <p:grpSpPr>
          <a:xfrm>
            <a:off x="5012080" y="3556945"/>
            <a:ext cx="1296144" cy="367733"/>
            <a:chOff x="6228184" y="4869160"/>
            <a:chExt cx="1296144" cy="367733"/>
          </a:xfrm>
        </p:grpSpPr>
        <p:sp>
          <p:nvSpPr>
            <p:cNvPr id="40" name="橢圓 39"/>
            <p:cNvSpPr/>
            <p:nvPr/>
          </p:nvSpPr>
          <p:spPr>
            <a:xfrm>
              <a:off x="6228184" y="4876893"/>
              <a:ext cx="1296144" cy="360000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80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41" name="直線接點 40"/>
            <p:cNvCxnSpPr/>
            <p:nvPr/>
          </p:nvCxnSpPr>
          <p:spPr>
            <a:xfrm>
              <a:off x="6697300" y="487689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接點 41"/>
            <p:cNvCxnSpPr/>
            <p:nvPr/>
          </p:nvCxnSpPr>
          <p:spPr>
            <a:xfrm>
              <a:off x="7044984" y="486916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61524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 animBg="1"/>
      <p:bldP spid="35" grpId="1" animBg="1"/>
      <p:bldP spid="36" grpId="0" animBg="1"/>
      <p:bldP spid="37" grpId="0" animBg="1"/>
      <p:bldP spid="37" grpId="1" animBg="1"/>
      <p:bldP spid="3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2-3-4 Tree</a:t>
            </a:r>
            <a:r>
              <a:rPr lang="zh-TW" altLang="en-US" dirty="0"/>
              <a:t> 的刪除 </a:t>
            </a:r>
            <a:r>
              <a:rPr lang="en-US" altLang="zh-TW" dirty="0"/>
              <a:t>(2/4)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2026/05/13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29</a:t>
            </a:fld>
            <a:endParaRPr lang="en-US" altLang="zh-TW" dirty="0"/>
          </a:p>
        </p:txBody>
      </p:sp>
      <p:grpSp>
        <p:nvGrpSpPr>
          <p:cNvPr id="7" name="群組 6"/>
          <p:cNvGrpSpPr/>
          <p:nvPr/>
        </p:nvGrpSpPr>
        <p:grpSpPr>
          <a:xfrm>
            <a:off x="4127596" y="2230919"/>
            <a:ext cx="1296144" cy="367733"/>
            <a:chOff x="6228184" y="4869160"/>
            <a:chExt cx="1296144" cy="367733"/>
          </a:xfrm>
        </p:grpSpPr>
        <p:sp>
          <p:nvSpPr>
            <p:cNvPr id="8" name="橢圓 7"/>
            <p:cNvSpPr/>
            <p:nvPr/>
          </p:nvSpPr>
          <p:spPr>
            <a:xfrm>
              <a:off x="6228184" y="4876893"/>
              <a:ext cx="1296144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30  60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直線接點 8"/>
            <p:cNvCxnSpPr/>
            <p:nvPr/>
          </p:nvCxnSpPr>
          <p:spPr>
            <a:xfrm>
              <a:off x="6697300" y="487689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接點 9"/>
            <p:cNvCxnSpPr/>
            <p:nvPr/>
          </p:nvCxnSpPr>
          <p:spPr>
            <a:xfrm>
              <a:off x="7044984" y="486916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群組 10"/>
          <p:cNvGrpSpPr/>
          <p:nvPr/>
        </p:nvGrpSpPr>
        <p:grpSpPr>
          <a:xfrm>
            <a:off x="1473528" y="3564678"/>
            <a:ext cx="1296144" cy="367733"/>
            <a:chOff x="6228184" y="4869160"/>
            <a:chExt cx="1296144" cy="367733"/>
          </a:xfrm>
        </p:grpSpPr>
        <p:sp>
          <p:nvSpPr>
            <p:cNvPr id="12" name="橢圓 11"/>
            <p:cNvSpPr/>
            <p:nvPr/>
          </p:nvSpPr>
          <p:spPr>
            <a:xfrm>
              <a:off x="6228184" y="4876893"/>
              <a:ext cx="1296144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20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13" name="直線接點 12"/>
            <p:cNvCxnSpPr/>
            <p:nvPr/>
          </p:nvCxnSpPr>
          <p:spPr>
            <a:xfrm>
              <a:off x="6697300" y="487689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13"/>
            <p:cNvCxnSpPr/>
            <p:nvPr/>
          </p:nvCxnSpPr>
          <p:spPr>
            <a:xfrm>
              <a:off x="7044984" y="486916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群組 14"/>
          <p:cNvGrpSpPr/>
          <p:nvPr/>
        </p:nvGrpSpPr>
        <p:grpSpPr>
          <a:xfrm>
            <a:off x="3238788" y="3568544"/>
            <a:ext cx="1296144" cy="367733"/>
            <a:chOff x="6228184" y="4869160"/>
            <a:chExt cx="1296144" cy="367733"/>
          </a:xfrm>
        </p:grpSpPr>
        <p:sp>
          <p:nvSpPr>
            <p:cNvPr id="16" name="橢圓 15"/>
            <p:cNvSpPr/>
            <p:nvPr/>
          </p:nvSpPr>
          <p:spPr>
            <a:xfrm>
              <a:off x="6228184" y="4876893"/>
              <a:ext cx="1296144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40  45  50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17" name="直線接點 16"/>
            <p:cNvCxnSpPr/>
            <p:nvPr/>
          </p:nvCxnSpPr>
          <p:spPr>
            <a:xfrm>
              <a:off x="6697300" y="487689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/>
            <p:cNvCxnSpPr/>
            <p:nvPr/>
          </p:nvCxnSpPr>
          <p:spPr>
            <a:xfrm>
              <a:off x="7044984" y="486916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群組 18"/>
          <p:cNvGrpSpPr/>
          <p:nvPr/>
        </p:nvGrpSpPr>
        <p:grpSpPr>
          <a:xfrm>
            <a:off x="5004048" y="3564678"/>
            <a:ext cx="1296144" cy="367733"/>
            <a:chOff x="6228184" y="4869160"/>
            <a:chExt cx="1296144" cy="367733"/>
          </a:xfrm>
        </p:grpSpPr>
        <p:sp>
          <p:nvSpPr>
            <p:cNvPr id="20" name="橢圓 19"/>
            <p:cNvSpPr/>
            <p:nvPr/>
          </p:nvSpPr>
          <p:spPr>
            <a:xfrm>
              <a:off x="6228184" y="4876893"/>
              <a:ext cx="1296144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80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21" name="直線接點 20"/>
            <p:cNvCxnSpPr/>
            <p:nvPr/>
          </p:nvCxnSpPr>
          <p:spPr>
            <a:xfrm>
              <a:off x="6697300" y="487689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/>
            <p:cNvCxnSpPr/>
            <p:nvPr/>
          </p:nvCxnSpPr>
          <p:spPr>
            <a:xfrm>
              <a:off x="7044984" y="486916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直線接點 22"/>
          <p:cNvCxnSpPr>
            <a:stCxn id="8" idx="3"/>
            <a:endCxn id="12" idx="0"/>
          </p:cNvCxnSpPr>
          <p:nvPr/>
        </p:nvCxnSpPr>
        <p:spPr>
          <a:xfrm flipH="1">
            <a:off x="2121600" y="2545931"/>
            <a:ext cx="2195812" cy="10264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/>
          <p:cNvCxnSpPr>
            <a:endCxn id="16" idx="0"/>
          </p:cNvCxnSpPr>
          <p:nvPr/>
        </p:nvCxnSpPr>
        <p:spPr>
          <a:xfrm flipH="1">
            <a:off x="3886860" y="2598652"/>
            <a:ext cx="709852" cy="9776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/>
          <p:cNvCxnSpPr>
            <a:endCxn id="20" idx="0"/>
          </p:cNvCxnSpPr>
          <p:nvPr/>
        </p:nvCxnSpPr>
        <p:spPr>
          <a:xfrm>
            <a:off x="4944396" y="2598652"/>
            <a:ext cx="707724" cy="97375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字方塊 33"/>
          <p:cNvSpPr txBox="1"/>
          <p:nvPr/>
        </p:nvSpPr>
        <p:spPr>
          <a:xfrm>
            <a:off x="1921552" y="2356294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刪除</a:t>
            </a:r>
            <a:r>
              <a:rPr lang="en-US" altLang="zh-TW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20</a:t>
            </a:r>
            <a:endParaRPr lang="zh-TW" altLang="en-US" sz="2000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36" name="向下箭號 35"/>
          <p:cNvSpPr/>
          <p:nvPr/>
        </p:nvSpPr>
        <p:spPr>
          <a:xfrm rot="10800000">
            <a:off x="1691680" y="3940144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向下箭號 36"/>
          <p:cNvSpPr/>
          <p:nvPr/>
        </p:nvSpPr>
        <p:spPr>
          <a:xfrm rot="10800000">
            <a:off x="4358111" y="2611467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向下箭號 37"/>
          <p:cNvSpPr/>
          <p:nvPr/>
        </p:nvSpPr>
        <p:spPr>
          <a:xfrm>
            <a:off x="3793034" y="2668384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43" name="群組 42"/>
          <p:cNvGrpSpPr/>
          <p:nvPr/>
        </p:nvGrpSpPr>
        <p:grpSpPr>
          <a:xfrm>
            <a:off x="1474435" y="3571617"/>
            <a:ext cx="1296144" cy="367733"/>
            <a:chOff x="6228184" y="4869160"/>
            <a:chExt cx="1296144" cy="367733"/>
          </a:xfrm>
        </p:grpSpPr>
        <p:sp>
          <p:nvSpPr>
            <p:cNvPr id="44" name="橢圓 43"/>
            <p:cNvSpPr/>
            <p:nvPr/>
          </p:nvSpPr>
          <p:spPr>
            <a:xfrm>
              <a:off x="6228184" y="4876893"/>
              <a:ext cx="1296144" cy="360000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30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45" name="直線接點 44"/>
            <p:cNvCxnSpPr/>
            <p:nvPr/>
          </p:nvCxnSpPr>
          <p:spPr>
            <a:xfrm>
              <a:off x="6697300" y="487689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接點 45"/>
            <p:cNvCxnSpPr/>
            <p:nvPr/>
          </p:nvCxnSpPr>
          <p:spPr>
            <a:xfrm>
              <a:off x="7044984" y="486916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群組 46"/>
          <p:cNvGrpSpPr/>
          <p:nvPr/>
        </p:nvGrpSpPr>
        <p:grpSpPr>
          <a:xfrm>
            <a:off x="3244744" y="3567750"/>
            <a:ext cx="1296144" cy="367733"/>
            <a:chOff x="6228184" y="4869160"/>
            <a:chExt cx="1296144" cy="367733"/>
          </a:xfrm>
        </p:grpSpPr>
        <p:sp>
          <p:nvSpPr>
            <p:cNvPr id="48" name="橢圓 47"/>
            <p:cNvSpPr/>
            <p:nvPr/>
          </p:nvSpPr>
          <p:spPr>
            <a:xfrm>
              <a:off x="6228184" y="4876893"/>
              <a:ext cx="1296144" cy="360000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45  50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49" name="直線接點 48"/>
            <p:cNvCxnSpPr/>
            <p:nvPr/>
          </p:nvCxnSpPr>
          <p:spPr>
            <a:xfrm>
              <a:off x="6697300" y="487689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接點 49"/>
            <p:cNvCxnSpPr/>
            <p:nvPr/>
          </p:nvCxnSpPr>
          <p:spPr>
            <a:xfrm>
              <a:off x="7044984" y="486916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群組 50"/>
          <p:cNvGrpSpPr/>
          <p:nvPr/>
        </p:nvGrpSpPr>
        <p:grpSpPr>
          <a:xfrm>
            <a:off x="4130713" y="2225837"/>
            <a:ext cx="1296144" cy="367733"/>
            <a:chOff x="6228184" y="4869160"/>
            <a:chExt cx="1296144" cy="367733"/>
          </a:xfrm>
        </p:grpSpPr>
        <p:sp>
          <p:nvSpPr>
            <p:cNvPr id="52" name="橢圓 51"/>
            <p:cNvSpPr/>
            <p:nvPr/>
          </p:nvSpPr>
          <p:spPr>
            <a:xfrm>
              <a:off x="6228184" y="4876893"/>
              <a:ext cx="1296144" cy="360000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40  60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53" name="直線接點 52"/>
            <p:cNvCxnSpPr/>
            <p:nvPr/>
          </p:nvCxnSpPr>
          <p:spPr>
            <a:xfrm>
              <a:off x="6697300" y="487689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接點 53"/>
            <p:cNvCxnSpPr/>
            <p:nvPr/>
          </p:nvCxnSpPr>
          <p:spPr>
            <a:xfrm>
              <a:off x="7044984" y="486916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矩形 54"/>
          <p:cNvSpPr/>
          <p:nvPr/>
        </p:nvSpPr>
        <p:spPr>
          <a:xfrm>
            <a:off x="2404107" y="4326676"/>
            <a:ext cx="18087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000" b="1" dirty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旋轉 </a:t>
            </a:r>
            <a:r>
              <a:rPr lang="en-US" altLang="zh-TW" sz="2000" b="1" dirty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(rotation)</a:t>
            </a:r>
            <a:endParaRPr lang="zh-TW" altLang="en-US" sz="2000" b="1" dirty="0">
              <a:latin typeface="+mj-lt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83487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6" grpId="0" animBg="1"/>
      <p:bldP spid="37" grpId="0" animBg="1"/>
      <p:bldP spid="37" grpId="1" animBg="1"/>
      <p:bldP spid="38" grpId="0" animBg="1"/>
      <p:bldP spid="5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2-3-4 Tree</a:t>
            </a:r>
            <a:r>
              <a:rPr lang="zh-TW" altLang="en-US" dirty="0"/>
              <a:t> 的刪除 </a:t>
            </a:r>
            <a:r>
              <a:rPr lang="en-US" altLang="zh-TW" dirty="0"/>
              <a:t>(3/4)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2026/05/13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30</a:t>
            </a:fld>
            <a:endParaRPr lang="en-US" altLang="zh-TW" dirty="0"/>
          </a:p>
        </p:txBody>
      </p:sp>
      <p:grpSp>
        <p:nvGrpSpPr>
          <p:cNvPr id="7" name="群組 6"/>
          <p:cNvGrpSpPr/>
          <p:nvPr/>
        </p:nvGrpSpPr>
        <p:grpSpPr>
          <a:xfrm>
            <a:off x="4127596" y="2230919"/>
            <a:ext cx="1296144" cy="367733"/>
            <a:chOff x="6228184" y="4869160"/>
            <a:chExt cx="1296144" cy="367733"/>
          </a:xfrm>
        </p:grpSpPr>
        <p:sp>
          <p:nvSpPr>
            <p:cNvPr id="8" name="橢圓 7"/>
            <p:cNvSpPr/>
            <p:nvPr/>
          </p:nvSpPr>
          <p:spPr>
            <a:xfrm>
              <a:off x="6228184" y="4876893"/>
              <a:ext cx="1296144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40  60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直線接點 8"/>
            <p:cNvCxnSpPr/>
            <p:nvPr/>
          </p:nvCxnSpPr>
          <p:spPr>
            <a:xfrm>
              <a:off x="6697300" y="487689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接點 9"/>
            <p:cNvCxnSpPr/>
            <p:nvPr/>
          </p:nvCxnSpPr>
          <p:spPr>
            <a:xfrm>
              <a:off x="7044984" y="486916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群組 10"/>
          <p:cNvGrpSpPr/>
          <p:nvPr/>
        </p:nvGrpSpPr>
        <p:grpSpPr>
          <a:xfrm>
            <a:off x="1473528" y="3564678"/>
            <a:ext cx="1296144" cy="367733"/>
            <a:chOff x="6228184" y="4869160"/>
            <a:chExt cx="1296144" cy="367733"/>
          </a:xfrm>
        </p:grpSpPr>
        <p:sp>
          <p:nvSpPr>
            <p:cNvPr id="12" name="橢圓 11"/>
            <p:cNvSpPr/>
            <p:nvPr/>
          </p:nvSpPr>
          <p:spPr>
            <a:xfrm>
              <a:off x="6228184" y="4876893"/>
              <a:ext cx="1296144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30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13" name="直線接點 12"/>
            <p:cNvCxnSpPr/>
            <p:nvPr/>
          </p:nvCxnSpPr>
          <p:spPr>
            <a:xfrm>
              <a:off x="6697300" y="487689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13"/>
            <p:cNvCxnSpPr/>
            <p:nvPr/>
          </p:nvCxnSpPr>
          <p:spPr>
            <a:xfrm>
              <a:off x="7044984" y="486916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群組 14"/>
          <p:cNvGrpSpPr/>
          <p:nvPr/>
        </p:nvGrpSpPr>
        <p:grpSpPr>
          <a:xfrm>
            <a:off x="3238788" y="3568544"/>
            <a:ext cx="1296144" cy="367733"/>
            <a:chOff x="6228184" y="4869160"/>
            <a:chExt cx="1296144" cy="367733"/>
          </a:xfrm>
        </p:grpSpPr>
        <p:sp>
          <p:nvSpPr>
            <p:cNvPr id="16" name="橢圓 15"/>
            <p:cNvSpPr/>
            <p:nvPr/>
          </p:nvSpPr>
          <p:spPr>
            <a:xfrm>
              <a:off x="6228184" y="4876893"/>
              <a:ext cx="1296144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45  50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17" name="直線接點 16"/>
            <p:cNvCxnSpPr/>
            <p:nvPr/>
          </p:nvCxnSpPr>
          <p:spPr>
            <a:xfrm>
              <a:off x="6697300" y="487689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/>
            <p:cNvCxnSpPr/>
            <p:nvPr/>
          </p:nvCxnSpPr>
          <p:spPr>
            <a:xfrm>
              <a:off x="7044984" y="486916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群組 18"/>
          <p:cNvGrpSpPr/>
          <p:nvPr/>
        </p:nvGrpSpPr>
        <p:grpSpPr>
          <a:xfrm>
            <a:off x="5004048" y="3564678"/>
            <a:ext cx="1296144" cy="367733"/>
            <a:chOff x="6228184" y="4869160"/>
            <a:chExt cx="1296144" cy="367733"/>
          </a:xfrm>
        </p:grpSpPr>
        <p:sp>
          <p:nvSpPr>
            <p:cNvPr id="20" name="橢圓 19"/>
            <p:cNvSpPr/>
            <p:nvPr/>
          </p:nvSpPr>
          <p:spPr>
            <a:xfrm>
              <a:off x="6228184" y="4876893"/>
              <a:ext cx="1296144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80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21" name="直線接點 20"/>
            <p:cNvCxnSpPr/>
            <p:nvPr/>
          </p:nvCxnSpPr>
          <p:spPr>
            <a:xfrm>
              <a:off x="6697300" y="487689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/>
            <p:cNvCxnSpPr/>
            <p:nvPr/>
          </p:nvCxnSpPr>
          <p:spPr>
            <a:xfrm>
              <a:off x="7044984" y="486916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直線接點 22"/>
          <p:cNvCxnSpPr>
            <a:stCxn id="8" idx="3"/>
            <a:endCxn id="12" idx="0"/>
          </p:cNvCxnSpPr>
          <p:nvPr/>
        </p:nvCxnSpPr>
        <p:spPr>
          <a:xfrm flipH="1">
            <a:off x="2121600" y="2545931"/>
            <a:ext cx="2195812" cy="10264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/>
          <p:cNvCxnSpPr>
            <a:endCxn id="16" idx="0"/>
          </p:cNvCxnSpPr>
          <p:nvPr/>
        </p:nvCxnSpPr>
        <p:spPr>
          <a:xfrm flipH="1">
            <a:off x="3886860" y="2598652"/>
            <a:ext cx="709852" cy="9776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/>
          <p:cNvCxnSpPr>
            <a:endCxn id="20" idx="0"/>
          </p:cNvCxnSpPr>
          <p:nvPr/>
        </p:nvCxnSpPr>
        <p:spPr>
          <a:xfrm>
            <a:off x="4944396" y="2598652"/>
            <a:ext cx="707724" cy="97375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字方塊 33"/>
          <p:cNvSpPr txBox="1"/>
          <p:nvPr/>
        </p:nvSpPr>
        <p:spPr>
          <a:xfrm>
            <a:off x="1921552" y="2356294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刪除</a:t>
            </a:r>
            <a:r>
              <a:rPr lang="en-US" altLang="zh-TW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30</a:t>
            </a:r>
            <a:endParaRPr lang="zh-TW" altLang="en-US" sz="2000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36" name="向下箭號 35"/>
          <p:cNvSpPr/>
          <p:nvPr/>
        </p:nvSpPr>
        <p:spPr>
          <a:xfrm rot="10800000">
            <a:off x="1691680" y="3940144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向下箭號 36"/>
          <p:cNvSpPr/>
          <p:nvPr/>
        </p:nvSpPr>
        <p:spPr>
          <a:xfrm rot="10800000">
            <a:off x="4358111" y="2611467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向下箭號 37"/>
          <p:cNvSpPr/>
          <p:nvPr/>
        </p:nvSpPr>
        <p:spPr>
          <a:xfrm>
            <a:off x="3793034" y="2668384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矩形 54"/>
          <p:cNvSpPr/>
          <p:nvPr/>
        </p:nvSpPr>
        <p:spPr>
          <a:xfrm>
            <a:off x="2404107" y="4326676"/>
            <a:ext cx="18087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000" b="1" dirty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旋轉 </a:t>
            </a:r>
            <a:r>
              <a:rPr lang="en-US" altLang="zh-TW" sz="2000" b="1" dirty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(rotation)</a:t>
            </a:r>
            <a:endParaRPr lang="zh-TW" altLang="en-US" sz="2000" b="1" dirty="0">
              <a:latin typeface="+mj-lt"/>
              <a:ea typeface="標楷體" panose="03000509000000000000" pitchFamily="65" charset="-120"/>
            </a:endParaRPr>
          </a:p>
        </p:txBody>
      </p:sp>
      <p:grpSp>
        <p:nvGrpSpPr>
          <p:cNvPr id="56" name="群組 55"/>
          <p:cNvGrpSpPr/>
          <p:nvPr/>
        </p:nvGrpSpPr>
        <p:grpSpPr>
          <a:xfrm>
            <a:off x="1473527" y="3564677"/>
            <a:ext cx="1296144" cy="367733"/>
            <a:chOff x="6228184" y="4869160"/>
            <a:chExt cx="1296144" cy="367733"/>
          </a:xfrm>
        </p:grpSpPr>
        <p:sp>
          <p:nvSpPr>
            <p:cNvPr id="57" name="橢圓 56"/>
            <p:cNvSpPr/>
            <p:nvPr/>
          </p:nvSpPr>
          <p:spPr>
            <a:xfrm>
              <a:off x="6228184" y="4876893"/>
              <a:ext cx="1296144" cy="360000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40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58" name="直線接點 57"/>
            <p:cNvCxnSpPr/>
            <p:nvPr/>
          </p:nvCxnSpPr>
          <p:spPr>
            <a:xfrm>
              <a:off x="6697300" y="487689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線接點 58"/>
            <p:cNvCxnSpPr/>
            <p:nvPr/>
          </p:nvCxnSpPr>
          <p:spPr>
            <a:xfrm>
              <a:off x="7044984" y="486916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群組 59"/>
          <p:cNvGrpSpPr/>
          <p:nvPr/>
        </p:nvGrpSpPr>
        <p:grpSpPr>
          <a:xfrm>
            <a:off x="3239127" y="3560810"/>
            <a:ext cx="1296144" cy="367733"/>
            <a:chOff x="6228184" y="4869160"/>
            <a:chExt cx="1296144" cy="367733"/>
          </a:xfrm>
        </p:grpSpPr>
        <p:sp>
          <p:nvSpPr>
            <p:cNvPr id="61" name="橢圓 60"/>
            <p:cNvSpPr/>
            <p:nvPr/>
          </p:nvSpPr>
          <p:spPr>
            <a:xfrm>
              <a:off x="6228184" y="4876893"/>
              <a:ext cx="1296144" cy="360000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50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62" name="直線接點 61"/>
            <p:cNvCxnSpPr/>
            <p:nvPr/>
          </p:nvCxnSpPr>
          <p:spPr>
            <a:xfrm>
              <a:off x="6697300" y="487689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線接點 62"/>
            <p:cNvCxnSpPr/>
            <p:nvPr/>
          </p:nvCxnSpPr>
          <p:spPr>
            <a:xfrm>
              <a:off x="7044984" y="486916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群組 63"/>
          <p:cNvGrpSpPr/>
          <p:nvPr/>
        </p:nvGrpSpPr>
        <p:grpSpPr>
          <a:xfrm>
            <a:off x="4127596" y="2230919"/>
            <a:ext cx="1296144" cy="367733"/>
            <a:chOff x="6228184" y="4869160"/>
            <a:chExt cx="1296144" cy="367733"/>
          </a:xfrm>
        </p:grpSpPr>
        <p:sp>
          <p:nvSpPr>
            <p:cNvPr id="65" name="橢圓 64"/>
            <p:cNvSpPr/>
            <p:nvPr/>
          </p:nvSpPr>
          <p:spPr>
            <a:xfrm>
              <a:off x="6228184" y="4876893"/>
              <a:ext cx="1296144" cy="360000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45  60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66" name="直線接點 65"/>
            <p:cNvCxnSpPr/>
            <p:nvPr/>
          </p:nvCxnSpPr>
          <p:spPr>
            <a:xfrm>
              <a:off x="6697300" y="487689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線接點 66"/>
            <p:cNvCxnSpPr/>
            <p:nvPr/>
          </p:nvCxnSpPr>
          <p:spPr>
            <a:xfrm>
              <a:off x="7044984" y="486916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77293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6" grpId="0" animBg="1"/>
      <p:bldP spid="37" grpId="0" animBg="1"/>
      <p:bldP spid="37" grpId="1" animBg="1"/>
      <p:bldP spid="38" grpId="0" animBg="1"/>
      <p:bldP spid="5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2-3-4 Tree</a:t>
            </a:r>
            <a:r>
              <a:rPr lang="zh-TW" altLang="en-US" dirty="0"/>
              <a:t> 的刪除 </a:t>
            </a:r>
            <a:r>
              <a:rPr lang="en-US" altLang="zh-TW" dirty="0"/>
              <a:t>(4/4)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2026/05/13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31</a:t>
            </a:fld>
            <a:endParaRPr lang="en-US" altLang="zh-TW" dirty="0"/>
          </a:p>
        </p:txBody>
      </p:sp>
      <p:grpSp>
        <p:nvGrpSpPr>
          <p:cNvPr id="7" name="群組 6"/>
          <p:cNvGrpSpPr/>
          <p:nvPr/>
        </p:nvGrpSpPr>
        <p:grpSpPr>
          <a:xfrm>
            <a:off x="4027995" y="1775725"/>
            <a:ext cx="1296144" cy="367733"/>
            <a:chOff x="6228184" y="4869160"/>
            <a:chExt cx="1296144" cy="367733"/>
          </a:xfrm>
        </p:grpSpPr>
        <p:sp>
          <p:nvSpPr>
            <p:cNvPr id="8" name="橢圓 7"/>
            <p:cNvSpPr/>
            <p:nvPr/>
          </p:nvSpPr>
          <p:spPr>
            <a:xfrm>
              <a:off x="6228184" y="4876893"/>
              <a:ext cx="1296144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40  60  80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直線接點 8"/>
            <p:cNvCxnSpPr/>
            <p:nvPr/>
          </p:nvCxnSpPr>
          <p:spPr>
            <a:xfrm>
              <a:off x="6697300" y="487689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接點 9"/>
            <p:cNvCxnSpPr/>
            <p:nvPr/>
          </p:nvCxnSpPr>
          <p:spPr>
            <a:xfrm>
              <a:off x="7044984" y="486916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群組 10"/>
          <p:cNvGrpSpPr/>
          <p:nvPr/>
        </p:nvGrpSpPr>
        <p:grpSpPr>
          <a:xfrm>
            <a:off x="1147675" y="3197550"/>
            <a:ext cx="1296144" cy="367733"/>
            <a:chOff x="6228184" y="4869160"/>
            <a:chExt cx="1296144" cy="367733"/>
          </a:xfrm>
        </p:grpSpPr>
        <p:sp>
          <p:nvSpPr>
            <p:cNvPr id="12" name="橢圓 11"/>
            <p:cNvSpPr/>
            <p:nvPr/>
          </p:nvSpPr>
          <p:spPr>
            <a:xfrm>
              <a:off x="6228184" y="4876893"/>
              <a:ext cx="1296144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30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13" name="直線接點 12"/>
            <p:cNvCxnSpPr/>
            <p:nvPr/>
          </p:nvCxnSpPr>
          <p:spPr>
            <a:xfrm>
              <a:off x="6697300" y="487689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13"/>
            <p:cNvCxnSpPr/>
            <p:nvPr/>
          </p:nvCxnSpPr>
          <p:spPr>
            <a:xfrm>
              <a:off x="7044984" y="486916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群組 14"/>
          <p:cNvGrpSpPr/>
          <p:nvPr/>
        </p:nvGrpSpPr>
        <p:grpSpPr>
          <a:xfrm>
            <a:off x="3081218" y="3201416"/>
            <a:ext cx="1296144" cy="367733"/>
            <a:chOff x="6228184" y="4869160"/>
            <a:chExt cx="1296144" cy="367733"/>
          </a:xfrm>
        </p:grpSpPr>
        <p:sp>
          <p:nvSpPr>
            <p:cNvPr id="16" name="橢圓 15"/>
            <p:cNvSpPr/>
            <p:nvPr/>
          </p:nvSpPr>
          <p:spPr>
            <a:xfrm>
              <a:off x="6228184" y="4876893"/>
              <a:ext cx="1296144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50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17" name="直線接點 16"/>
            <p:cNvCxnSpPr/>
            <p:nvPr/>
          </p:nvCxnSpPr>
          <p:spPr>
            <a:xfrm>
              <a:off x="6697300" y="487689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/>
            <p:cNvCxnSpPr/>
            <p:nvPr/>
          </p:nvCxnSpPr>
          <p:spPr>
            <a:xfrm>
              <a:off x="7044984" y="486916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群組 18"/>
          <p:cNvGrpSpPr/>
          <p:nvPr/>
        </p:nvGrpSpPr>
        <p:grpSpPr>
          <a:xfrm>
            <a:off x="5014741" y="3197550"/>
            <a:ext cx="1296144" cy="367733"/>
            <a:chOff x="6228184" y="4869160"/>
            <a:chExt cx="1296144" cy="367733"/>
          </a:xfrm>
        </p:grpSpPr>
        <p:sp>
          <p:nvSpPr>
            <p:cNvPr id="20" name="橢圓 19"/>
            <p:cNvSpPr/>
            <p:nvPr/>
          </p:nvSpPr>
          <p:spPr>
            <a:xfrm>
              <a:off x="6228184" y="4876893"/>
              <a:ext cx="1296144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70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21" name="直線接點 20"/>
            <p:cNvCxnSpPr/>
            <p:nvPr/>
          </p:nvCxnSpPr>
          <p:spPr>
            <a:xfrm>
              <a:off x="6697300" y="487689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/>
            <p:cNvCxnSpPr/>
            <p:nvPr/>
          </p:nvCxnSpPr>
          <p:spPr>
            <a:xfrm>
              <a:off x="7044984" y="486916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群組 22"/>
          <p:cNvGrpSpPr/>
          <p:nvPr/>
        </p:nvGrpSpPr>
        <p:grpSpPr>
          <a:xfrm>
            <a:off x="6948264" y="3205283"/>
            <a:ext cx="1296144" cy="367733"/>
            <a:chOff x="6228184" y="4869160"/>
            <a:chExt cx="1296144" cy="367733"/>
          </a:xfrm>
        </p:grpSpPr>
        <p:sp>
          <p:nvSpPr>
            <p:cNvPr id="24" name="橢圓 23"/>
            <p:cNvSpPr/>
            <p:nvPr/>
          </p:nvSpPr>
          <p:spPr>
            <a:xfrm>
              <a:off x="6228184" y="4876893"/>
              <a:ext cx="1296144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TW" b="1" dirty="0">
                  <a:solidFill>
                    <a:schemeClr val="tx1"/>
                  </a:solidFill>
                </a:rPr>
                <a:t>90</a:t>
              </a:r>
              <a:endParaRPr lang="zh-TW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25" name="直線接點 24"/>
            <p:cNvCxnSpPr/>
            <p:nvPr/>
          </p:nvCxnSpPr>
          <p:spPr>
            <a:xfrm>
              <a:off x="6697300" y="4876893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接點 25"/>
            <p:cNvCxnSpPr/>
            <p:nvPr/>
          </p:nvCxnSpPr>
          <p:spPr>
            <a:xfrm>
              <a:off x="7044984" y="4869160"/>
              <a:ext cx="0" cy="36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7" name="直線接點 26"/>
          <p:cNvCxnSpPr>
            <a:stCxn id="8" idx="3"/>
            <a:endCxn id="12" idx="0"/>
          </p:cNvCxnSpPr>
          <p:nvPr/>
        </p:nvCxnSpPr>
        <p:spPr>
          <a:xfrm flipH="1">
            <a:off x="1795747" y="2090737"/>
            <a:ext cx="2422064" cy="11145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/>
          <p:cNvCxnSpPr>
            <a:stCxn id="8" idx="5"/>
            <a:endCxn id="24" idx="0"/>
          </p:cNvCxnSpPr>
          <p:nvPr/>
        </p:nvCxnSpPr>
        <p:spPr>
          <a:xfrm>
            <a:off x="5134323" y="2090737"/>
            <a:ext cx="2462013" cy="11222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endCxn id="20" idx="0"/>
          </p:cNvCxnSpPr>
          <p:nvPr/>
        </p:nvCxnSpPr>
        <p:spPr>
          <a:xfrm>
            <a:off x="4844795" y="2135725"/>
            <a:ext cx="818018" cy="10695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/>
          <p:cNvCxnSpPr>
            <a:endCxn id="16" idx="0"/>
          </p:cNvCxnSpPr>
          <p:nvPr/>
        </p:nvCxnSpPr>
        <p:spPr>
          <a:xfrm flipH="1">
            <a:off x="3729290" y="2135725"/>
            <a:ext cx="767821" cy="107342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字方塊 38"/>
          <p:cNvSpPr txBox="1"/>
          <p:nvPr/>
        </p:nvSpPr>
        <p:spPr>
          <a:xfrm>
            <a:off x="2078349" y="1974918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刪除</a:t>
            </a:r>
            <a:r>
              <a:rPr lang="en-US" altLang="zh-TW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50</a:t>
            </a:r>
            <a:endParaRPr lang="zh-TW" altLang="en-US" sz="2000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40" name="向下箭號 39"/>
          <p:cNvSpPr/>
          <p:nvPr/>
        </p:nvSpPr>
        <p:spPr>
          <a:xfrm rot="10800000">
            <a:off x="3292833" y="3568864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向下箭號 40"/>
          <p:cNvSpPr/>
          <p:nvPr/>
        </p:nvSpPr>
        <p:spPr>
          <a:xfrm rot="10800000">
            <a:off x="4254194" y="2143458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向下箭號 41"/>
          <p:cNvSpPr/>
          <p:nvPr/>
        </p:nvSpPr>
        <p:spPr>
          <a:xfrm>
            <a:off x="4112476" y="2498330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68" name="群組 67"/>
          <p:cNvGrpSpPr/>
          <p:nvPr/>
        </p:nvGrpSpPr>
        <p:grpSpPr>
          <a:xfrm>
            <a:off x="320647" y="4739041"/>
            <a:ext cx="4076119" cy="1581838"/>
            <a:chOff x="320647" y="4739041"/>
            <a:chExt cx="4076119" cy="1581838"/>
          </a:xfrm>
        </p:grpSpPr>
        <p:grpSp>
          <p:nvGrpSpPr>
            <p:cNvPr id="43" name="群組 42"/>
            <p:cNvGrpSpPr/>
            <p:nvPr/>
          </p:nvGrpSpPr>
          <p:grpSpPr>
            <a:xfrm>
              <a:off x="320647" y="5949280"/>
              <a:ext cx="1296144" cy="367733"/>
              <a:chOff x="6228184" y="4869160"/>
              <a:chExt cx="1296144" cy="367733"/>
            </a:xfrm>
          </p:grpSpPr>
          <p:sp>
            <p:nvSpPr>
              <p:cNvPr id="44" name="橢圓 43"/>
              <p:cNvSpPr/>
              <p:nvPr/>
            </p:nvSpPr>
            <p:spPr>
              <a:xfrm>
                <a:off x="6228184" y="4876893"/>
                <a:ext cx="1296144" cy="36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r>
                  <a:rPr lang="en-US" altLang="zh-TW" b="1" dirty="0">
                    <a:solidFill>
                      <a:schemeClr val="tx1"/>
                    </a:solidFill>
                  </a:rPr>
                  <a:t>30  40</a:t>
                </a:r>
                <a:endParaRPr lang="zh-TW" altLang="en-US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5" name="直線接點 44"/>
              <p:cNvCxnSpPr/>
              <p:nvPr/>
            </p:nvCxnSpPr>
            <p:spPr>
              <a:xfrm>
                <a:off x="6697300" y="4876893"/>
                <a:ext cx="0" cy="360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線接點 45"/>
              <p:cNvCxnSpPr/>
              <p:nvPr/>
            </p:nvCxnSpPr>
            <p:spPr>
              <a:xfrm>
                <a:off x="7044984" y="4869160"/>
                <a:ext cx="0" cy="360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" name="群組 46"/>
            <p:cNvGrpSpPr/>
            <p:nvPr/>
          </p:nvGrpSpPr>
          <p:grpSpPr>
            <a:xfrm>
              <a:off x="1710635" y="5953146"/>
              <a:ext cx="1296144" cy="367733"/>
              <a:chOff x="6228184" y="4869160"/>
              <a:chExt cx="1296144" cy="367733"/>
            </a:xfrm>
          </p:grpSpPr>
          <p:sp>
            <p:nvSpPr>
              <p:cNvPr id="48" name="橢圓 47"/>
              <p:cNvSpPr/>
              <p:nvPr/>
            </p:nvSpPr>
            <p:spPr>
              <a:xfrm>
                <a:off x="6228184" y="4876893"/>
                <a:ext cx="1296144" cy="36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r>
                  <a:rPr lang="en-US" altLang="zh-TW" b="1" dirty="0">
                    <a:solidFill>
                      <a:schemeClr val="tx1"/>
                    </a:solidFill>
                  </a:rPr>
                  <a:t>70</a:t>
                </a:r>
                <a:endParaRPr lang="zh-TW" altLang="en-US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9" name="直線接點 48"/>
              <p:cNvCxnSpPr/>
              <p:nvPr/>
            </p:nvCxnSpPr>
            <p:spPr>
              <a:xfrm>
                <a:off x="6697300" y="4876893"/>
                <a:ext cx="0" cy="360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線接點 49"/>
              <p:cNvCxnSpPr/>
              <p:nvPr/>
            </p:nvCxnSpPr>
            <p:spPr>
              <a:xfrm>
                <a:off x="7044984" y="4869160"/>
                <a:ext cx="0" cy="360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1" name="群組 50"/>
            <p:cNvGrpSpPr/>
            <p:nvPr/>
          </p:nvGrpSpPr>
          <p:grpSpPr>
            <a:xfrm>
              <a:off x="3100622" y="5945413"/>
              <a:ext cx="1296144" cy="367733"/>
              <a:chOff x="6228184" y="4869160"/>
              <a:chExt cx="1296144" cy="367733"/>
            </a:xfrm>
          </p:grpSpPr>
          <p:sp>
            <p:nvSpPr>
              <p:cNvPr id="52" name="橢圓 51"/>
              <p:cNvSpPr/>
              <p:nvPr/>
            </p:nvSpPr>
            <p:spPr>
              <a:xfrm>
                <a:off x="6228184" y="4876893"/>
                <a:ext cx="1296144" cy="36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r>
                  <a:rPr lang="en-US" altLang="zh-TW" b="1" dirty="0">
                    <a:solidFill>
                      <a:schemeClr val="tx1"/>
                    </a:solidFill>
                  </a:rPr>
                  <a:t>90</a:t>
                </a:r>
                <a:endParaRPr lang="zh-TW" altLang="en-US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53" name="直線接點 52"/>
              <p:cNvCxnSpPr/>
              <p:nvPr/>
            </p:nvCxnSpPr>
            <p:spPr>
              <a:xfrm>
                <a:off x="6697300" y="4876893"/>
                <a:ext cx="0" cy="360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線接點 53"/>
              <p:cNvCxnSpPr/>
              <p:nvPr/>
            </p:nvCxnSpPr>
            <p:spPr>
              <a:xfrm>
                <a:off x="7044984" y="4869160"/>
                <a:ext cx="0" cy="360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5" name="群組 54"/>
            <p:cNvGrpSpPr/>
            <p:nvPr/>
          </p:nvGrpSpPr>
          <p:grpSpPr>
            <a:xfrm>
              <a:off x="1710635" y="4739041"/>
              <a:ext cx="1296144" cy="367733"/>
              <a:chOff x="6228184" y="4869160"/>
              <a:chExt cx="1296144" cy="367733"/>
            </a:xfrm>
          </p:grpSpPr>
          <p:sp>
            <p:nvSpPr>
              <p:cNvPr id="56" name="橢圓 55"/>
              <p:cNvSpPr/>
              <p:nvPr/>
            </p:nvSpPr>
            <p:spPr>
              <a:xfrm>
                <a:off x="6228184" y="4876893"/>
                <a:ext cx="1296144" cy="36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r>
                  <a:rPr lang="en-US" altLang="zh-TW" b="1" dirty="0">
                    <a:solidFill>
                      <a:schemeClr val="tx1"/>
                    </a:solidFill>
                  </a:rPr>
                  <a:t>60  80</a:t>
                </a:r>
                <a:endParaRPr lang="zh-TW" altLang="en-US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57" name="直線接點 56"/>
              <p:cNvCxnSpPr/>
              <p:nvPr/>
            </p:nvCxnSpPr>
            <p:spPr>
              <a:xfrm>
                <a:off x="6697300" y="4876893"/>
                <a:ext cx="0" cy="360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線接點 57"/>
              <p:cNvCxnSpPr/>
              <p:nvPr/>
            </p:nvCxnSpPr>
            <p:spPr>
              <a:xfrm>
                <a:off x="7044984" y="4869160"/>
                <a:ext cx="0" cy="360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9" name="直線接點 58"/>
            <p:cNvCxnSpPr>
              <a:stCxn id="56" idx="3"/>
              <a:endCxn id="44" idx="0"/>
            </p:cNvCxnSpPr>
            <p:nvPr/>
          </p:nvCxnSpPr>
          <p:spPr>
            <a:xfrm flipH="1">
              <a:off x="968719" y="5054053"/>
              <a:ext cx="931732" cy="9029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線接點 61"/>
            <p:cNvCxnSpPr>
              <a:stCxn id="56" idx="4"/>
              <a:endCxn id="48" idx="0"/>
            </p:cNvCxnSpPr>
            <p:nvPr/>
          </p:nvCxnSpPr>
          <p:spPr>
            <a:xfrm>
              <a:off x="2358707" y="5106774"/>
              <a:ext cx="0" cy="85410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線接點 64"/>
            <p:cNvCxnSpPr>
              <a:stCxn id="56" idx="5"/>
              <a:endCxn id="52" idx="0"/>
            </p:cNvCxnSpPr>
            <p:nvPr/>
          </p:nvCxnSpPr>
          <p:spPr>
            <a:xfrm>
              <a:off x="2816963" y="5054053"/>
              <a:ext cx="931731" cy="89909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群組 68"/>
          <p:cNvGrpSpPr/>
          <p:nvPr/>
        </p:nvGrpSpPr>
        <p:grpSpPr>
          <a:xfrm>
            <a:off x="4744449" y="4739041"/>
            <a:ext cx="4076119" cy="1581838"/>
            <a:chOff x="320647" y="4739041"/>
            <a:chExt cx="4076119" cy="1581838"/>
          </a:xfrm>
        </p:grpSpPr>
        <p:grpSp>
          <p:nvGrpSpPr>
            <p:cNvPr id="70" name="群組 69"/>
            <p:cNvGrpSpPr/>
            <p:nvPr/>
          </p:nvGrpSpPr>
          <p:grpSpPr>
            <a:xfrm>
              <a:off x="320647" y="5949280"/>
              <a:ext cx="1296144" cy="367733"/>
              <a:chOff x="6228184" y="4869160"/>
              <a:chExt cx="1296144" cy="367733"/>
            </a:xfrm>
          </p:grpSpPr>
          <p:sp>
            <p:nvSpPr>
              <p:cNvPr id="86" name="橢圓 85"/>
              <p:cNvSpPr/>
              <p:nvPr/>
            </p:nvSpPr>
            <p:spPr>
              <a:xfrm>
                <a:off x="6228184" y="4876893"/>
                <a:ext cx="1296144" cy="36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r>
                  <a:rPr lang="en-US" altLang="zh-TW" b="1" dirty="0">
                    <a:solidFill>
                      <a:schemeClr val="tx1"/>
                    </a:solidFill>
                  </a:rPr>
                  <a:t>30</a:t>
                </a:r>
                <a:endParaRPr lang="zh-TW" altLang="en-US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7" name="直線接點 86"/>
              <p:cNvCxnSpPr/>
              <p:nvPr/>
            </p:nvCxnSpPr>
            <p:spPr>
              <a:xfrm>
                <a:off x="6697300" y="4876893"/>
                <a:ext cx="0" cy="360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直線接點 87"/>
              <p:cNvCxnSpPr/>
              <p:nvPr/>
            </p:nvCxnSpPr>
            <p:spPr>
              <a:xfrm>
                <a:off x="7044984" y="4869160"/>
                <a:ext cx="0" cy="360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1" name="群組 70"/>
            <p:cNvGrpSpPr/>
            <p:nvPr/>
          </p:nvGrpSpPr>
          <p:grpSpPr>
            <a:xfrm>
              <a:off x="1710635" y="5953146"/>
              <a:ext cx="1296144" cy="367733"/>
              <a:chOff x="6228184" y="4869160"/>
              <a:chExt cx="1296144" cy="367733"/>
            </a:xfrm>
          </p:grpSpPr>
          <p:sp>
            <p:nvSpPr>
              <p:cNvPr id="83" name="橢圓 82"/>
              <p:cNvSpPr/>
              <p:nvPr/>
            </p:nvSpPr>
            <p:spPr>
              <a:xfrm>
                <a:off x="6228184" y="4876893"/>
                <a:ext cx="1296144" cy="36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r>
                  <a:rPr lang="en-US" altLang="zh-TW" b="1" dirty="0">
                    <a:solidFill>
                      <a:schemeClr val="tx1"/>
                    </a:solidFill>
                  </a:rPr>
                  <a:t>60  70</a:t>
                </a:r>
                <a:endParaRPr lang="zh-TW" altLang="en-US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4" name="直線接點 83"/>
              <p:cNvCxnSpPr/>
              <p:nvPr/>
            </p:nvCxnSpPr>
            <p:spPr>
              <a:xfrm>
                <a:off x="6697300" y="4876893"/>
                <a:ext cx="0" cy="360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線接點 84"/>
              <p:cNvCxnSpPr/>
              <p:nvPr/>
            </p:nvCxnSpPr>
            <p:spPr>
              <a:xfrm>
                <a:off x="7044984" y="4869160"/>
                <a:ext cx="0" cy="360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2" name="群組 71"/>
            <p:cNvGrpSpPr/>
            <p:nvPr/>
          </p:nvGrpSpPr>
          <p:grpSpPr>
            <a:xfrm>
              <a:off x="3100622" y="5945413"/>
              <a:ext cx="1296144" cy="367733"/>
              <a:chOff x="6228184" y="4869160"/>
              <a:chExt cx="1296144" cy="367733"/>
            </a:xfrm>
          </p:grpSpPr>
          <p:sp>
            <p:nvSpPr>
              <p:cNvPr id="80" name="橢圓 79"/>
              <p:cNvSpPr/>
              <p:nvPr/>
            </p:nvSpPr>
            <p:spPr>
              <a:xfrm>
                <a:off x="6228184" y="4876893"/>
                <a:ext cx="1296144" cy="36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r>
                  <a:rPr lang="en-US" altLang="zh-TW" b="1" dirty="0">
                    <a:solidFill>
                      <a:schemeClr val="tx1"/>
                    </a:solidFill>
                  </a:rPr>
                  <a:t>90</a:t>
                </a:r>
                <a:endParaRPr lang="zh-TW" altLang="en-US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1" name="直線接點 80"/>
              <p:cNvCxnSpPr/>
              <p:nvPr/>
            </p:nvCxnSpPr>
            <p:spPr>
              <a:xfrm>
                <a:off x="6697300" y="4876893"/>
                <a:ext cx="0" cy="360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線接點 81"/>
              <p:cNvCxnSpPr/>
              <p:nvPr/>
            </p:nvCxnSpPr>
            <p:spPr>
              <a:xfrm>
                <a:off x="7044984" y="4869160"/>
                <a:ext cx="0" cy="360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3" name="群組 72"/>
            <p:cNvGrpSpPr/>
            <p:nvPr/>
          </p:nvGrpSpPr>
          <p:grpSpPr>
            <a:xfrm>
              <a:off x="1710635" y="4739041"/>
              <a:ext cx="1296144" cy="367733"/>
              <a:chOff x="6228184" y="4869160"/>
              <a:chExt cx="1296144" cy="367733"/>
            </a:xfrm>
          </p:grpSpPr>
          <p:sp>
            <p:nvSpPr>
              <p:cNvPr id="77" name="橢圓 76"/>
              <p:cNvSpPr/>
              <p:nvPr/>
            </p:nvSpPr>
            <p:spPr>
              <a:xfrm>
                <a:off x="6228184" y="4876893"/>
                <a:ext cx="1296144" cy="36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r>
                  <a:rPr lang="en-US" altLang="zh-TW" b="1" dirty="0">
                    <a:solidFill>
                      <a:schemeClr val="tx1"/>
                    </a:solidFill>
                  </a:rPr>
                  <a:t>40  80</a:t>
                </a:r>
                <a:endParaRPr lang="zh-TW" altLang="en-US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8" name="直線接點 77"/>
              <p:cNvCxnSpPr/>
              <p:nvPr/>
            </p:nvCxnSpPr>
            <p:spPr>
              <a:xfrm>
                <a:off x="6697300" y="4876893"/>
                <a:ext cx="0" cy="360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線接點 78"/>
              <p:cNvCxnSpPr/>
              <p:nvPr/>
            </p:nvCxnSpPr>
            <p:spPr>
              <a:xfrm>
                <a:off x="7044984" y="4869160"/>
                <a:ext cx="0" cy="3600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4" name="直線接點 73"/>
            <p:cNvCxnSpPr>
              <a:stCxn id="77" idx="3"/>
              <a:endCxn id="86" idx="0"/>
            </p:cNvCxnSpPr>
            <p:nvPr/>
          </p:nvCxnSpPr>
          <p:spPr>
            <a:xfrm flipH="1">
              <a:off x="968719" y="5054053"/>
              <a:ext cx="931732" cy="9029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線接點 74"/>
            <p:cNvCxnSpPr>
              <a:stCxn id="77" idx="4"/>
              <a:endCxn id="83" idx="0"/>
            </p:cNvCxnSpPr>
            <p:nvPr/>
          </p:nvCxnSpPr>
          <p:spPr>
            <a:xfrm>
              <a:off x="2358707" y="5106774"/>
              <a:ext cx="0" cy="85410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線接點 75"/>
            <p:cNvCxnSpPr>
              <a:stCxn id="77" idx="5"/>
              <a:endCxn id="80" idx="0"/>
            </p:cNvCxnSpPr>
            <p:nvPr/>
          </p:nvCxnSpPr>
          <p:spPr>
            <a:xfrm>
              <a:off x="2816963" y="5054053"/>
              <a:ext cx="931731" cy="89909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73205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 animBg="1"/>
      <p:bldP spid="41" grpId="0" animBg="1"/>
      <p:bldP spid="41" grpId="1" animBg="1"/>
      <p:bldP spid="42" grpId="0" animBg="1"/>
    </p:bldLst>
  </p:timing>
</p:sld>
</file>

<file path=ppt/theme/theme1.xml><?xml version="1.0" encoding="utf-8"?>
<a:theme xmlns:a="http://schemas.openxmlformats.org/drawingml/2006/main" name="NCKU3">
  <a:themeElements>
    <a:clrScheme name="NCKU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NCKU3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CKU3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簡報1" id="{1D2088C2-DF28-403B-A142-ABEFFB73DCD1}" vid="{F9685623-F412-4155-8B4F-1E431000369C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NTTU</Template>
  <TotalTime>14348</TotalTime>
  <Words>1721</Words>
  <Application>Microsoft Office PowerPoint</Application>
  <PresentationFormat>如螢幕大小 (4:3)</PresentationFormat>
  <Paragraphs>522</Paragraphs>
  <Slides>31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31</vt:i4>
      </vt:variant>
    </vt:vector>
  </HeadingPairs>
  <TitlesOfParts>
    <vt:vector size="37" baseType="lpstr">
      <vt:lpstr>標楷體</vt:lpstr>
      <vt:lpstr>Arial</vt:lpstr>
      <vt:lpstr>Calibri</vt:lpstr>
      <vt:lpstr>Monotype Corsiva</vt:lpstr>
      <vt:lpstr>Times New Roman</vt:lpstr>
      <vt:lpstr>NCKU3</vt:lpstr>
      <vt:lpstr>DATA STRUCTURES 資料結構</vt:lpstr>
      <vt:lpstr>二元搜尋樹 binary search tree</vt:lpstr>
      <vt:lpstr>2-3 Tree</vt:lpstr>
      <vt:lpstr>2-3 Tree 的搜尋</vt:lpstr>
      <vt:lpstr>2-3 Tree 的加入 (1/6)</vt:lpstr>
      <vt:lpstr>2-3 Tree 的加入 (2/6)</vt:lpstr>
      <vt:lpstr>2-3 Tree 的加入 (3/6)</vt:lpstr>
      <vt:lpstr>2-3 Tree 的加入 (4/6)</vt:lpstr>
      <vt:lpstr>2-3 Tree 的加入 (5/6)</vt:lpstr>
      <vt:lpstr>2-3 Tree 的加入 (6/6)</vt:lpstr>
      <vt:lpstr>2-3 Tree 的刪除 (1/10)</vt:lpstr>
      <vt:lpstr>2-3 Tree 的刪除 (2/10)</vt:lpstr>
      <vt:lpstr>2-3 Tree 的刪除 (3/10)</vt:lpstr>
      <vt:lpstr>2-3 Tree 的刪除 (4/10)</vt:lpstr>
      <vt:lpstr>2-3 Tree 的刪除 (5/10)</vt:lpstr>
      <vt:lpstr>2-3 Tree 的刪除 (6/10)</vt:lpstr>
      <vt:lpstr>2-3 Tree 的刪除 (7/10)</vt:lpstr>
      <vt:lpstr>2-3 Tree 的刪除 (8/10)</vt:lpstr>
      <vt:lpstr>2-3 Tree 的刪除 (9/10)</vt:lpstr>
      <vt:lpstr>2-3 Tree 的刪除 (10/10)</vt:lpstr>
      <vt:lpstr>2-3 Tree</vt:lpstr>
      <vt:lpstr>2-3-4 Tree</vt:lpstr>
      <vt:lpstr>2-3-4 Tree 的加入 (1/5)</vt:lpstr>
      <vt:lpstr>2-3-4 Tree 的加入 (2/5)</vt:lpstr>
      <vt:lpstr>2-3-4 Tree 的加入 (3/5)</vt:lpstr>
      <vt:lpstr>2-3-4 Tree 的加入 (4/5)</vt:lpstr>
      <vt:lpstr>2-3-4 Tree 的加入 (5/5)</vt:lpstr>
      <vt:lpstr>2-3-4 Tree 的刪除 (1/4)</vt:lpstr>
      <vt:lpstr>2-3-4 Tree 的刪除 (2/4)</vt:lpstr>
      <vt:lpstr>2-3-4 Tree 的刪除 (3/4)</vt:lpstr>
      <vt:lpstr>2-3-4 Tree 的刪除 (4/4)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資料結構 Data Structure</dc:title>
  <dc:creator>C.-W. Lee</dc:creator>
  <cp:lastModifiedBy>李佳衛</cp:lastModifiedBy>
  <cp:revision>97</cp:revision>
  <cp:lastPrinted>2022-09-24T09:12:24Z</cp:lastPrinted>
  <dcterms:created xsi:type="dcterms:W3CDTF">2018-01-10T03:26:15Z</dcterms:created>
  <dcterms:modified xsi:type="dcterms:W3CDTF">2026-04-15T12:07:54Z</dcterms:modified>
</cp:coreProperties>
</file>