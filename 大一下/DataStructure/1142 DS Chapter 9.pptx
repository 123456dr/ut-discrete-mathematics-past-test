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365" r:id="rId2"/>
    <p:sldId id="366" r:id="rId3"/>
    <p:sldId id="367" r:id="rId4"/>
    <p:sldId id="368" r:id="rId5"/>
    <p:sldId id="369" r:id="rId6"/>
    <p:sldId id="370" r:id="rId7"/>
    <p:sldId id="371" r:id="rId8"/>
    <p:sldId id="372" r:id="rId9"/>
    <p:sldId id="373" r:id="rId10"/>
    <p:sldId id="374" r:id="rId11"/>
    <p:sldId id="375" r:id="rId12"/>
    <p:sldId id="376" r:id="rId13"/>
    <p:sldId id="377" r:id="rId14"/>
    <p:sldId id="378" r:id="rId15"/>
    <p:sldId id="379" r:id="rId16"/>
  </p:sldIdLst>
  <p:sldSz cx="9144000" cy="6858000" type="screen4x3"/>
  <p:notesSz cx="6807200" cy="9939338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DCDDE"/>
    <a:srgbClr val="E8E8EF"/>
    <a:srgbClr val="FFFFCC"/>
    <a:srgbClr val="820000"/>
    <a:srgbClr val="700000"/>
    <a:srgbClr val="9E0000"/>
    <a:srgbClr val="323232"/>
    <a:srgbClr val="333399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0932" autoAdjust="0"/>
  </p:normalViewPr>
  <p:slideViewPr>
    <p:cSldViewPr>
      <p:cViewPr varScale="1">
        <p:scale>
          <a:sx n="86" d="100"/>
          <a:sy n="86" d="100"/>
        </p:scale>
        <p:origin x="133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5839" y="1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/>
          <a:lstStyle>
            <a:lvl1pPr algn="r">
              <a:defRPr sz="1200"/>
            </a:lvl1pPr>
          </a:lstStyle>
          <a:p>
            <a:fld id="{7F921807-99F1-4DF0-94D7-7548FA810751}" type="datetimeFigureOut">
              <a:rPr lang="zh-TW" altLang="en-US" smtClean="0"/>
              <a:pPr/>
              <a:t>2026/1/27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42" tIns="45921" rIns="91842" bIns="45921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0721" y="4721186"/>
            <a:ext cx="5445760" cy="4472703"/>
          </a:xfrm>
          <a:prstGeom prst="rect">
            <a:avLst/>
          </a:prstGeom>
        </p:spPr>
        <p:txBody>
          <a:bodyPr vert="horz" lIns="91842" tIns="45921" rIns="91842" bIns="45921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440647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5839" y="9440647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 anchor="b"/>
          <a:lstStyle>
            <a:lvl1pPr algn="r">
              <a:defRPr sz="1200"/>
            </a:lvl1pPr>
          </a:lstStyle>
          <a:p>
            <a:fld id="{6C24E503-88D4-45A6-8EBB-14391082A01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5129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DCA57-9D53-411D-9D3B-645A04C6A56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12202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E503-88D4-45A6-8EBB-14391082A01A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31288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E503-88D4-45A6-8EBB-14391082A01A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3658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 userDrawn="1"/>
        </p:nvSpPr>
        <p:spPr>
          <a:xfrm>
            <a:off x="3233" y="2256530"/>
            <a:ext cx="9144000" cy="126032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81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2483768" y="4530498"/>
            <a:ext cx="6552728" cy="1676400"/>
          </a:xfrm>
        </p:spPr>
        <p:txBody>
          <a:bodyPr/>
          <a:lstStyle>
            <a:lvl1pPr marL="0" indent="0" algn="ctr">
              <a:buFontTx/>
              <a:buNone/>
              <a:defRPr b="1">
                <a:latin typeface="+mj-lt"/>
                <a:ea typeface="標楷體" panose="03000509000000000000" pitchFamily="65" charset="-120"/>
              </a:defRPr>
            </a:lvl1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3082" name="Rectangle 10"/>
          <p:cNvSpPr>
            <a:spLocks noGrp="1" noChangeArrowheads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2026/05/13</a:t>
            </a:r>
            <a:endParaRPr lang="en-US" altLang="zh-TW"/>
          </a:p>
        </p:txBody>
      </p:sp>
      <p:sp>
        <p:nvSpPr>
          <p:cNvPr id="3083" name="Rectangle 11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4008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308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2924896" y="2394158"/>
            <a:ext cx="6111600" cy="1860612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  <a:latin typeface="+mj-lt"/>
                <a:ea typeface="標楷體" panose="03000509000000000000" pitchFamily="65" charset="-120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18" name="矩形 17"/>
          <p:cNvSpPr/>
          <p:nvPr userDrawn="1"/>
        </p:nvSpPr>
        <p:spPr>
          <a:xfrm>
            <a:off x="3233" y="4254770"/>
            <a:ext cx="9144000" cy="126032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4300993" y="6581001"/>
            <a:ext cx="484624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800" b="1" i="1" dirty="0" smtClean="0">
                <a:latin typeface="Monotype Corsiva" panose="03010101010201010101" pitchFamily="66" charset="0"/>
                <a:cs typeface="Nirmala UI" panose="020B0502040204020203" pitchFamily="34" charset="0"/>
              </a:rPr>
              <a:t>Interconnection Networks and Algorithm Application Lab.</a:t>
            </a:r>
            <a:endParaRPr lang="zh-TW" altLang="en-US" sz="1800" b="1" i="1" dirty="0">
              <a:latin typeface="Monotype Corsiva" panose="03010101010201010101" pitchFamily="66" charset="0"/>
              <a:cs typeface="Nirmala UI" panose="020B0502040204020203" pitchFamily="34" charset="0"/>
            </a:endParaRPr>
          </a:p>
        </p:txBody>
      </p:sp>
      <p:pic>
        <p:nvPicPr>
          <p:cNvPr id="12" name="Picture 2" descr="C:\Users\admin\Dropbox\世暘&amp;莉淳\相片\DSC_9359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92" y="2382770"/>
            <a:ext cx="2812457" cy="1872000"/>
          </a:xfrm>
          <a:prstGeom prst="rect">
            <a:avLst/>
          </a:prstGeom>
          <a:noFill/>
        </p:spPr>
      </p:pic>
      <p:pic>
        <p:nvPicPr>
          <p:cNvPr id="20" name="圖片 1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458" y="1161633"/>
            <a:ext cx="3566038" cy="108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7504" y="0"/>
            <a:ext cx="6861448" cy="1143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950" y="1268760"/>
            <a:ext cx="8928100" cy="5327303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2026/05/13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3F35E6-A8E7-488D-BD9F-ED9A7F7FA10F}" type="slidenum">
              <a:rPr lang="en-US" altLang="zh-TW"/>
              <a:pPr/>
              <a:t>‹#›</a:t>
            </a:fld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2026/05/13</a:t>
            </a: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3183EC-7050-45EB-9E88-B86B53D28DC6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07950" y="1482725"/>
            <a:ext cx="4387850" cy="5113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482725"/>
            <a:ext cx="4387850" cy="5113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2026/05/13</a:t>
            </a: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B32F3C-BFB5-4433-80F2-31E4E599C271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2026/05/13</a:t>
            </a:r>
            <a:endParaRPr lang="en-US" altLang="zh-TW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C71ADB-DDEF-4830-B9BC-5050A26247AE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2026/05/13</a:t>
            </a:r>
            <a:endParaRPr lang="en-US" alt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38238B-CE9D-4BC3-843E-48DE31256F23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2026/05/13</a:t>
            </a:r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9989FA-7C75-4428-B4F8-334FD7721128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2026/05/13</a:t>
            </a: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4ED4DE-EAF4-4F9D-92A9-54CDF4DC4603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2026/05/13</a:t>
            </a: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DBED88-20FD-46BD-AA27-41E91F90C6D7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2026/05/13</a:t>
            </a: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5973D2-4DDA-41F5-8DAD-51687E6176F5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04025" y="0"/>
            <a:ext cx="2232025" cy="6596063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07950" y="0"/>
            <a:ext cx="6543675" cy="6596063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2026/05/13</a:t>
            </a: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6BEB42-A2EB-4830-8F53-FDF4A3AEB5C6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86816" y="0"/>
            <a:ext cx="6861448" cy="1143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 smtClean="0"/>
              <a:t>按一下以編輯母片標題樣式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96040" y="1250328"/>
            <a:ext cx="8940456" cy="534573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" y="6597650"/>
            <a:ext cx="19050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1">
                <a:latin typeface="+mn-lt"/>
                <a:cs typeface="Angsana New" pitchFamily="18" charset="-34"/>
              </a:defRPr>
            </a:lvl1pPr>
          </a:lstStyle>
          <a:p>
            <a:r>
              <a:rPr lang="en-US" altLang="zh-TW" smtClean="0"/>
              <a:t>2026/05/13</a:t>
            </a:r>
            <a:endParaRPr lang="en-US" altLang="zh-TW"/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97650"/>
            <a:ext cx="28956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1">
                <a:latin typeface="+mn-lt"/>
                <a:cs typeface="Angsana New" pitchFamily="18" charset="-34"/>
              </a:defRPr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597650"/>
            <a:ext cx="19050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1">
                <a:latin typeface="+mn-lt"/>
                <a:cs typeface="Angsana New" pitchFamily="18" charset="-34"/>
              </a:defRPr>
            </a:lvl1pPr>
          </a:lstStyle>
          <a:p>
            <a:fld id="{88815D73-EF14-4780-98ED-F121D5ADB135}" type="slidenum">
              <a:rPr lang="en-US" altLang="zh-TW"/>
              <a:pPr/>
              <a:t>‹#›</a:t>
            </a:fld>
            <a:endParaRPr lang="en-US" altLang="zh-TW"/>
          </a:p>
        </p:txBody>
      </p:sp>
      <p:sp>
        <p:nvSpPr>
          <p:cNvPr id="16" name="矩形 15"/>
          <p:cNvSpPr/>
          <p:nvPr userDrawn="1"/>
        </p:nvSpPr>
        <p:spPr>
          <a:xfrm>
            <a:off x="0" y="1160664"/>
            <a:ext cx="9144000" cy="72000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 userDrawn="1"/>
        </p:nvSpPr>
        <p:spPr>
          <a:xfrm>
            <a:off x="4343620" y="935059"/>
            <a:ext cx="484624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800" b="1" i="1" dirty="0" smtClean="0">
                <a:latin typeface="Monotype Corsiva" panose="03010101010201010101" pitchFamily="66" charset="0"/>
                <a:cs typeface="Nirmala UI" panose="020B0502040204020203" pitchFamily="34" charset="0"/>
              </a:rPr>
              <a:t>Interconnection Networks and Algorithm Application Lab.</a:t>
            </a:r>
            <a:endParaRPr lang="zh-TW" altLang="en-US" sz="1800" b="1" i="1" dirty="0">
              <a:latin typeface="Monotype Corsiva" panose="03010101010201010101" pitchFamily="66" charset="0"/>
              <a:cs typeface="Nirmala UI" panose="020B0502040204020203" pitchFamily="34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43" y="18248"/>
            <a:ext cx="2133600" cy="6461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chemeClr val="tx1"/>
          </a:solidFill>
          <a:latin typeface="+mj-lt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4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Blip>
          <a:blip r:embed="rId17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DATA</a:t>
            </a:r>
            <a:r>
              <a:rPr lang="zh-TW" altLang="en-US" dirty="0" smtClean="0"/>
              <a:t> </a:t>
            </a:r>
            <a:r>
              <a:rPr lang="en-US" altLang="zh-TW" dirty="0" smtClean="0"/>
              <a:t>STRUCTURES</a:t>
            </a:r>
            <a:br>
              <a:rPr lang="en-US" altLang="zh-TW" dirty="0" smtClean="0"/>
            </a:br>
            <a:r>
              <a:rPr lang="zh-TW" altLang="en-US" dirty="0" smtClean="0"/>
              <a:t>資料結構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zh-TW" dirty="0"/>
              <a:t>Chia-Wei Lee </a:t>
            </a:r>
            <a:r>
              <a:rPr lang="zh-TW" altLang="en-US" dirty="0"/>
              <a:t>李佳衛</a:t>
            </a:r>
          </a:p>
          <a:p>
            <a:pPr algn="r"/>
            <a:r>
              <a:rPr lang="en-US" altLang="zh-TW" dirty="0"/>
              <a:t>cwlee@utaipei.edu.tw</a:t>
            </a:r>
          </a:p>
          <a:p>
            <a:pPr algn="r"/>
            <a:r>
              <a:rPr lang="en-US" altLang="zh-TW" dirty="0"/>
              <a:t>Department of Computer Science</a:t>
            </a:r>
          </a:p>
          <a:p>
            <a:pPr algn="r"/>
            <a:r>
              <a:rPr lang="en-US" altLang="zh-TW" dirty="0"/>
              <a:t>University of Taipei</a:t>
            </a:r>
          </a:p>
        </p:txBody>
      </p:sp>
    </p:spTree>
    <p:extLst>
      <p:ext uri="{BB962C8B-B14F-4D97-AF65-F5344CB8AC3E}">
        <p14:creationId xmlns:p14="http://schemas.microsoft.com/office/powerpoint/2010/main" val="1714987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AVL-Tree</a:t>
            </a:r>
            <a:r>
              <a:rPr lang="zh-TW" altLang="en-US" dirty="0" smtClean="0"/>
              <a:t> </a:t>
            </a:r>
            <a:r>
              <a:rPr lang="en-US" altLang="zh-TW" dirty="0" smtClean="0"/>
              <a:t>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Input: 10, 20, 39, 42, 45, 49, 51, 63, 70, 75, 80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高度越來越大 </a:t>
            </a:r>
            <a:r>
              <a:rPr lang="zh-TW" altLang="en-US" dirty="0" smtClean="0">
                <a:sym typeface="Symbol" panose="05050102010706020507" pitchFamily="18" charset="2"/>
              </a:rPr>
              <a:t> </a:t>
            </a:r>
            <a:r>
              <a:rPr lang="zh-TW" altLang="en-US" dirty="0" smtClean="0">
                <a:solidFill>
                  <a:srgbClr val="C00000"/>
                </a:solidFill>
                <a:sym typeface="Symbol" panose="05050102010706020507" pitchFamily="18" charset="2"/>
              </a:rPr>
              <a:t>搜尋時間變大</a:t>
            </a:r>
            <a:endParaRPr lang="en-US" altLang="zh-TW" dirty="0" smtClean="0">
              <a:solidFill>
                <a:srgbClr val="C00000"/>
              </a:solidFill>
            </a:endParaRPr>
          </a:p>
          <a:p>
            <a:endParaRPr lang="en-US" altLang="zh-TW" dirty="0" smtClean="0"/>
          </a:p>
          <a:p>
            <a:r>
              <a:rPr lang="zh-TW" altLang="en-US" dirty="0" smtClean="0"/>
              <a:t>高度平衡二</a:t>
            </a:r>
            <a:r>
              <a:rPr lang="zh-TW" altLang="en-US" dirty="0"/>
              <a:t>元</a:t>
            </a:r>
            <a:r>
              <a:rPr lang="zh-TW" altLang="en-US" dirty="0" smtClean="0"/>
              <a:t>搜尋樹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height balanced binary search tree</a:t>
            </a:r>
          </a:p>
          <a:p>
            <a:pPr lvl="1"/>
            <a:r>
              <a:rPr lang="en-US" altLang="zh-TW" dirty="0" smtClean="0"/>
              <a:t>Adelson-</a:t>
            </a:r>
            <a:r>
              <a:rPr lang="en-US" altLang="zh-TW" dirty="0" err="1" smtClean="0"/>
              <a:t>Velskii</a:t>
            </a:r>
            <a:r>
              <a:rPr lang="zh-TW" altLang="en-US" dirty="0" smtClean="0"/>
              <a:t> 與 </a:t>
            </a:r>
            <a:r>
              <a:rPr lang="en-US" altLang="zh-TW" dirty="0" smtClean="0"/>
              <a:t>Landis</a:t>
            </a:r>
            <a:r>
              <a:rPr lang="zh-TW" altLang="en-US" dirty="0" smtClean="0"/>
              <a:t> 提出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又稱</a:t>
            </a:r>
            <a:r>
              <a:rPr lang="en-US" altLang="zh-TW" dirty="0" smtClean="0"/>
              <a:t>AVL-Tree</a:t>
            </a:r>
          </a:p>
          <a:p>
            <a:pPr lvl="2"/>
            <a:r>
              <a:rPr lang="zh-TW" altLang="en-US" dirty="0" smtClean="0"/>
              <a:t>空樹</a:t>
            </a:r>
            <a:r>
              <a:rPr lang="en-US" altLang="zh-TW" dirty="0" smtClean="0"/>
              <a:t>(empty tree)</a:t>
            </a:r>
            <a:r>
              <a:rPr lang="zh-TW" altLang="en-US" dirty="0" smtClean="0"/>
              <a:t>為</a:t>
            </a:r>
            <a:r>
              <a:rPr lang="en-US" altLang="zh-TW" dirty="0" smtClean="0"/>
              <a:t>AVL-tree</a:t>
            </a:r>
          </a:p>
          <a:p>
            <a:pPr lvl="2"/>
            <a:r>
              <a:rPr lang="zh-TW" altLang="en-US" dirty="0" smtClean="0"/>
              <a:t>若 </a:t>
            </a:r>
            <a:r>
              <a:rPr lang="en-US" altLang="zh-TW" i="1" dirty="0" smtClean="0"/>
              <a:t>T</a:t>
            </a:r>
            <a:r>
              <a:rPr lang="zh-TW" altLang="en-US" dirty="0" smtClean="0"/>
              <a:t> 不是空樹，則</a:t>
            </a:r>
            <a:endParaRPr lang="en-US" altLang="zh-TW" dirty="0" smtClean="0"/>
          </a:p>
          <a:p>
            <a:pPr lvl="3"/>
            <a:r>
              <a:rPr lang="en-US" altLang="zh-TW" i="1" dirty="0" smtClean="0"/>
              <a:t>T</a:t>
            </a:r>
            <a:r>
              <a:rPr lang="en-US" altLang="zh-TW" i="1" baseline="-25000" dirty="0" smtClean="0"/>
              <a:t>L</a:t>
            </a:r>
            <a:r>
              <a:rPr lang="zh-TW" altLang="en-US" dirty="0" smtClean="0"/>
              <a:t> 和 </a:t>
            </a:r>
            <a:r>
              <a:rPr lang="en-US" altLang="zh-TW" i="1" dirty="0" smtClean="0"/>
              <a:t>T</a:t>
            </a:r>
            <a:r>
              <a:rPr lang="en-US" altLang="zh-TW" i="1" baseline="-25000" dirty="0" smtClean="0"/>
              <a:t>R</a:t>
            </a:r>
            <a:r>
              <a:rPr lang="zh-TW" altLang="en-US" dirty="0" smtClean="0"/>
              <a:t> 皆為</a:t>
            </a:r>
            <a:r>
              <a:rPr lang="en-US" altLang="zh-TW" dirty="0" smtClean="0"/>
              <a:t>AVL-tree</a:t>
            </a:r>
          </a:p>
          <a:p>
            <a:pPr lvl="3"/>
            <a:r>
              <a:rPr lang="en-US" altLang="zh-TW" dirty="0" smtClean="0"/>
              <a:t>|</a:t>
            </a:r>
            <a:r>
              <a:rPr lang="en-US" altLang="zh-TW" i="1" dirty="0" err="1" smtClean="0"/>
              <a:t>h</a:t>
            </a:r>
            <a:r>
              <a:rPr lang="en-US" altLang="zh-TW" i="1" baseline="-25000" dirty="0" err="1" smtClean="0"/>
              <a:t>L</a:t>
            </a:r>
            <a:r>
              <a:rPr lang="en-US" altLang="zh-TW" dirty="0" smtClean="0"/>
              <a:t> – </a:t>
            </a:r>
            <a:r>
              <a:rPr lang="en-US" altLang="zh-TW" i="1" dirty="0" err="1" smtClean="0"/>
              <a:t>h</a:t>
            </a:r>
            <a:r>
              <a:rPr lang="en-US" altLang="zh-TW" i="1" baseline="-25000" dirty="0" err="1" smtClean="0"/>
              <a:t>R</a:t>
            </a:r>
            <a:r>
              <a:rPr lang="en-US" altLang="zh-TW" dirty="0" smtClean="0"/>
              <a:t>| </a:t>
            </a:r>
            <a:r>
              <a:rPr lang="en-US" altLang="zh-TW" dirty="0" smtClean="0">
                <a:sym typeface="Symbol" panose="05050102010706020507" pitchFamily="18" charset="2"/>
              </a:rPr>
              <a:t> 1</a:t>
            </a:r>
            <a:endParaRPr lang="en-US" altLang="zh-TW" dirty="0" smtClean="0"/>
          </a:p>
          <a:p>
            <a:pPr lvl="3"/>
            <a:r>
              <a:rPr lang="zh-TW" altLang="en-US" dirty="0" smtClean="0"/>
              <a:t>內部</a:t>
            </a:r>
            <a:r>
              <a:rPr lang="zh-TW" altLang="en-US" dirty="0"/>
              <a:t>節點的左子樹高度和右子樹高度，</a:t>
            </a:r>
            <a:r>
              <a:rPr lang="zh-TW" altLang="en-US" dirty="0">
                <a:solidFill>
                  <a:srgbClr val="C00000"/>
                </a:solidFill>
              </a:rPr>
              <a:t>相差小於或等於</a:t>
            </a:r>
            <a:r>
              <a:rPr lang="en-US" altLang="zh-TW" dirty="0">
                <a:solidFill>
                  <a:srgbClr val="C00000"/>
                </a:solidFill>
              </a:rPr>
              <a:t>1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2026/05/13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2</a:t>
            </a:fld>
            <a:endParaRPr lang="en-US" altLang="zh-TW" dirty="0"/>
          </a:p>
        </p:txBody>
      </p:sp>
      <p:sp>
        <p:nvSpPr>
          <p:cNvPr id="7" name="橢圓 6"/>
          <p:cNvSpPr/>
          <p:nvPr/>
        </p:nvSpPr>
        <p:spPr>
          <a:xfrm>
            <a:off x="6364503" y="326552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6004503" y="290552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6724503" y="362552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7804503" y="470552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8164503" y="506552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/>
          <p:cNvCxnSpPr>
            <a:stCxn id="15" idx="5"/>
            <a:endCxn id="14" idx="1"/>
          </p:cNvCxnSpPr>
          <p:nvPr/>
        </p:nvCxnSpPr>
        <p:spPr>
          <a:xfrm>
            <a:off x="5170326" y="2071345"/>
            <a:ext cx="156354" cy="15635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橢圓 12"/>
          <p:cNvSpPr/>
          <p:nvPr/>
        </p:nvSpPr>
        <p:spPr>
          <a:xfrm>
            <a:off x="5644503" y="254552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5284503" y="218552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4924503" y="182552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/>
          <p:cNvCxnSpPr>
            <a:stCxn id="28" idx="5"/>
            <a:endCxn id="27" idx="1"/>
          </p:cNvCxnSpPr>
          <p:nvPr/>
        </p:nvCxnSpPr>
        <p:spPr>
          <a:xfrm>
            <a:off x="7330326" y="4231345"/>
            <a:ext cx="156354" cy="15635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9" idx="5"/>
            <a:endCxn id="28" idx="1"/>
          </p:cNvCxnSpPr>
          <p:nvPr/>
        </p:nvCxnSpPr>
        <p:spPr>
          <a:xfrm>
            <a:off x="6970326" y="3871345"/>
            <a:ext cx="156354" cy="15635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14" idx="5"/>
            <a:endCxn id="13" idx="1"/>
          </p:cNvCxnSpPr>
          <p:nvPr/>
        </p:nvCxnSpPr>
        <p:spPr>
          <a:xfrm>
            <a:off x="5530326" y="2431345"/>
            <a:ext cx="156354" cy="15635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13" idx="5"/>
            <a:endCxn id="8" idx="1"/>
          </p:cNvCxnSpPr>
          <p:nvPr/>
        </p:nvCxnSpPr>
        <p:spPr>
          <a:xfrm>
            <a:off x="5890326" y="2791345"/>
            <a:ext cx="156354" cy="15635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7" idx="5"/>
            <a:endCxn id="9" idx="1"/>
          </p:cNvCxnSpPr>
          <p:nvPr/>
        </p:nvCxnSpPr>
        <p:spPr>
          <a:xfrm>
            <a:off x="6610326" y="3511345"/>
            <a:ext cx="156354" cy="15635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8" idx="5"/>
            <a:endCxn id="7" idx="1"/>
          </p:cNvCxnSpPr>
          <p:nvPr/>
        </p:nvCxnSpPr>
        <p:spPr>
          <a:xfrm>
            <a:off x="6250326" y="3151345"/>
            <a:ext cx="156354" cy="15635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5585428" y="248724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7749004" y="465156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229379" y="214019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6300192" y="321297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4860753" y="177233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橢圓 26"/>
          <p:cNvSpPr/>
          <p:nvPr/>
        </p:nvSpPr>
        <p:spPr>
          <a:xfrm>
            <a:off x="7444503" y="434552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橢圓 27"/>
          <p:cNvSpPr/>
          <p:nvPr/>
        </p:nvSpPr>
        <p:spPr>
          <a:xfrm>
            <a:off x="7084503" y="398552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9" name="直線接點 28"/>
          <p:cNvCxnSpPr>
            <a:stCxn id="10" idx="5"/>
            <a:endCxn id="11" idx="1"/>
          </p:cNvCxnSpPr>
          <p:nvPr/>
        </p:nvCxnSpPr>
        <p:spPr>
          <a:xfrm>
            <a:off x="8050326" y="4951345"/>
            <a:ext cx="156354" cy="15635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>
            <a:stCxn id="27" idx="5"/>
            <a:endCxn id="10" idx="1"/>
          </p:cNvCxnSpPr>
          <p:nvPr/>
        </p:nvCxnSpPr>
        <p:spPr>
          <a:xfrm>
            <a:off x="7690326" y="4591345"/>
            <a:ext cx="156354" cy="15635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橢圓 30"/>
          <p:cNvSpPr/>
          <p:nvPr/>
        </p:nvSpPr>
        <p:spPr>
          <a:xfrm>
            <a:off x="8524503" y="542552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2" name="直線接點 31"/>
          <p:cNvCxnSpPr>
            <a:stCxn id="31" idx="1"/>
            <a:endCxn id="11" idx="5"/>
          </p:cNvCxnSpPr>
          <p:nvPr/>
        </p:nvCxnSpPr>
        <p:spPr>
          <a:xfrm flipH="1" flipV="1">
            <a:off x="8410326" y="5311345"/>
            <a:ext cx="156354" cy="15635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字方塊 32"/>
          <p:cNvSpPr txBox="1"/>
          <p:nvPr/>
        </p:nvSpPr>
        <p:spPr>
          <a:xfrm>
            <a:off x="5945428" y="285227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6658882" y="358019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8101129" y="5016618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7029755" y="393156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7372503" y="429623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8469379" y="536760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6393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AVL-Tree</a:t>
            </a:r>
            <a:r>
              <a:rPr lang="zh-TW" altLang="en-US" dirty="0"/>
              <a:t> </a:t>
            </a:r>
            <a:r>
              <a:rPr lang="en-US" altLang="zh-TW" dirty="0" smtClean="0"/>
              <a:t>(2/2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en-US" dirty="0" smtClean="0">
                <a:solidFill>
                  <a:srgbClr val="0000FF"/>
                </a:solidFill>
              </a:rPr>
              <a:t>平衡因子</a:t>
            </a:r>
            <a:r>
              <a:rPr lang="en-US" altLang="zh-TW" dirty="0" smtClean="0">
                <a:solidFill>
                  <a:srgbClr val="0000FF"/>
                </a:solidFill>
              </a:rPr>
              <a:t>(balanced factor)</a:t>
            </a:r>
          </a:p>
          <a:p>
            <a:pPr lvl="1"/>
            <a:r>
              <a:rPr lang="en-US" altLang="zh-TW" dirty="0" smtClean="0"/>
              <a:t>BF(</a:t>
            </a:r>
            <a:r>
              <a:rPr lang="en-US" altLang="zh-TW" i="1" dirty="0" smtClean="0"/>
              <a:t>v</a:t>
            </a:r>
            <a:r>
              <a:rPr lang="en-US" altLang="zh-TW" dirty="0" smtClean="0"/>
              <a:t>)</a:t>
            </a:r>
            <a:r>
              <a:rPr lang="zh-TW" altLang="en-US" dirty="0" smtClean="0"/>
              <a:t>：節點</a:t>
            </a:r>
            <a:r>
              <a:rPr lang="en-US" altLang="zh-TW" i="1" dirty="0" smtClean="0"/>
              <a:t>v</a:t>
            </a:r>
            <a:r>
              <a:rPr lang="zh-TW" altLang="en-US" dirty="0" smtClean="0"/>
              <a:t>的平衡因子</a:t>
            </a:r>
            <a:endParaRPr lang="en-US" altLang="zh-TW" dirty="0" smtClean="0"/>
          </a:p>
          <a:p>
            <a:pPr lvl="1"/>
            <a:r>
              <a:rPr lang="zh-TW" altLang="en-US" dirty="0">
                <a:solidFill>
                  <a:srgbClr val="C00000"/>
                </a:solidFill>
              </a:rPr>
              <a:t>左</a:t>
            </a:r>
            <a:r>
              <a:rPr lang="zh-TW" altLang="en-US" dirty="0" smtClean="0">
                <a:solidFill>
                  <a:srgbClr val="C00000"/>
                </a:solidFill>
              </a:rPr>
              <a:t>子樹高度</a:t>
            </a:r>
            <a:r>
              <a:rPr lang="en-US" altLang="zh-TW" dirty="0" smtClean="0">
                <a:solidFill>
                  <a:srgbClr val="C00000"/>
                </a:solidFill>
              </a:rPr>
              <a:t>(</a:t>
            </a:r>
            <a:r>
              <a:rPr lang="en-US" altLang="zh-TW" i="1" dirty="0" err="1" smtClean="0">
                <a:solidFill>
                  <a:srgbClr val="C00000"/>
                </a:solidFill>
              </a:rPr>
              <a:t>h</a:t>
            </a:r>
            <a:r>
              <a:rPr lang="en-US" altLang="zh-TW" i="1" baseline="-25000" dirty="0" err="1" smtClean="0">
                <a:solidFill>
                  <a:srgbClr val="C00000"/>
                </a:solidFill>
              </a:rPr>
              <a:t>L</a:t>
            </a:r>
            <a:r>
              <a:rPr lang="en-US" altLang="zh-TW" dirty="0" smtClean="0">
                <a:solidFill>
                  <a:srgbClr val="C00000"/>
                </a:solidFill>
              </a:rPr>
              <a:t>)</a:t>
            </a:r>
            <a:r>
              <a:rPr lang="zh-TW" altLang="en-US" dirty="0" smtClean="0">
                <a:solidFill>
                  <a:srgbClr val="C00000"/>
                </a:solidFill>
              </a:rPr>
              <a:t> </a:t>
            </a:r>
            <a:r>
              <a:rPr lang="en-US" altLang="zh-TW" dirty="0" smtClean="0">
                <a:solidFill>
                  <a:srgbClr val="C00000"/>
                </a:solidFill>
              </a:rPr>
              <a:t>– </a:t>
            </a:r>
            <a:r>
              <a:rPr lang="zh-TW" altLang="en-US" dirty="0" smtClean="0">
                <a:solidFill>
                  <a:srgbClr val="C00000"/>
                </a:solidFill>
              </a:rPr>
              <a:t>右子樹高度</a:t>
            </a:r>
            <a:r>
              <a:rPr lang="en-US" altLang="zh-TW" dirty="0" smtClean="0">
                <a:solidFill>
                  <a:srgbClr val="C00000"/>
                </a:solidFill>
              </a:rPr>
              <a:t>(</a:t>
            </a:r>
            <a:r>
              <a:rPr lang="en-US" altLang="zh-TW" i="1" dirty="0" err="1" smtClean="0">
                <a:solidFill>
                  <a:srgbClr val="C00000"/>
                </a:solidFill>
              </a:rPr>
              <a:t>h</a:t>
            </a:r>
            <a:r>
              <a:rPr lang="en-US" altLang="zh-TW" i="1" baseline="-25000" dirty="0" err="1" smtClean="0">
                <a:solidFill>
                  <a:srgbClr val="C00000"/>
                </a:solidFill>
              </a:rPr>
              <a:t>R</a:t>
            </a:r>
            <a:r>
              <a:rPr lang="en-US" altLang="zh-TW" dirty="0" smtClean="0">
                <a:solidFill>
                  <a:srgbClr val="C00000"/>
                </a:solidFill>
              </a:rPr>
              <a:t>)</a:t>
            </a:r>
          </a:p>
          <a:p>
            <a:pPr lvl="1"/>
            <a:r>
              <a:rPr lang="zh-TW" altLang="en-US" dirty="0" smtClean="0">
                <a:solidFill>
                  <a:srgbClr val="C00000"/>
                </a:solidFill>
              </a:rPr>
              <a:t>每一節點</a:t>
            </a:r>
            <a:r>
              <a:rPr lang="zh-TW" altLang="en-US" dirty="0" smtClean="0"/>
              <a:t>的平衡因子為 </a:t>
            </a:r>
            <a:r>
              <a:rPr lang="en-US" altLang="zh-TW" dirty="0" smtClean="0"/>
              <a:t>– 1</a:t>
            </a:r>
            <a:r>
              <a:rPr lang="zh-TW" altLang="en-US" dirty="0" smtClean="0"/>
              <a:t>、</a:t>
            </a:r>
            <a:r>
              <a:rPr lang="en-US" altLang="zh-TW" dirty="0" smtClean="0"/>
              <a:t>0</a:t>
            </a:r>
            <a:r>
              <a:rPr lang="zh-TW" altLang="en-US" dirty="0" smtClean="0"/>
              <a:t>、</a:t>
            </a:r>
            <a:r>
              <a:rPr lang="en-US" altLang="zh-TW" dirty="0" smtClean="0"/>
              <a:t>1 </a:t>
            </a:r>
            <a:r>
              <a:rPr lang="en-US" altLang="zh-TW" dirty="0" smtClean="0">
                <a:sym typeface="Symbol" panose="05050102010706020507" pitchFamily="18" charset="2"/>
              </a:rPr>
              <a:t> </a:t>
            </a:r>
            <a:r>
              <a:rPr lang="en-US" altLang="zh-TW" dirty="0" smtClean="0"/>
              <a:t>|BF(</a:t>
            </a:r>
            <a:r>
              <a:rPr lang="en-US" altLang="zh-TW" i="1" dirty="0" smtClean="0"/>
              <a:t>v</a:t>
            </a:r>
            <a:r>
              <a:rPr lang="en-US" altLang="zh-TW" dirty="0" smtClean="0"/>
              <a:t>)| </a:t>
            </a:r>
            <a:r>
              <a:rPr lang="en-US" altLang="zh-TW" dirty="0" smtClean="0">
                <a:sym typeface="Symbol" panose="05050102010706020507" pitchFamily="18" charset="2"/>
              </a:rPr>
              <a:t> 1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2026/05/13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3</a:t>
            </a:fld>
            <a:endParaRPr lang="en-US" altLang="zh-TW" dirty="0"/>
          </a:p>
        </p:txBody>
      </p:sp>
      <p:grpSp>
        <p:nvGrpSpPr>
          <p:cNvPr id="7" name="群組 6"/>
          <p:cNvGrpSpPr/>
          <p:nvPr/>
        </p:nvGrpSpPr>
        <p:grpSpPr>
          <a:xfrm>
            <a:off x="930742" y="2104437"/>
            <a:ext cx="2701312" cy="1975427"/>
            <a:chOff x="1434798" y="3328573"/>
            <a:chExt cx="2701312" cy="1975427"/>
          </a:xfrm>
        </p:grpSpPr>
        <p:sp>
          <p:nvSpPr>
            <p:cNvPr id="8" name="橢圓 7"/>
            <p:cNvSpPr/>
            <p:nvPr/>
          </p:nvSpPr>
          <p:spPr>
            <a:xfrm>
              <a:off x="1440840" y="497393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橢圓 8"/>
            <p:cNvSpPr/>
            <p:nvPr/>
          </p:nvSpPr>
          <p:spPr>
            <a:xfrm>
              <a:off x="2455678" y="445907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橢圓 9"/>
            <p:cNvSpPr/>
            <p:nvPr/>
          </p:nvSpPr>
          <p:spPr>
            <a:xfrm>
              <a:off x="3141938" y="445329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橢圓 10"/>
            <p:cNvSpPr/>
            <p:nvPr/>
          </p:nvSpPr>
          <p:spPr>
            <a:xfrm>
              <a:off x="3833669" y="445907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2" name="直線接點 11"/>
            <p:cNvCxnSpPr>
              <a:stCxn id="25" idx="4"/>
              <a:endCxn id="8" idx="0"/>
            </p:cNvCxnSpPr>
            <p:nvPr/>
          </p:nvCxnSpPr>
          <p:spPr>
            <a:xfrm flipH="1">
              <a:off x="1584840" y="4741292"/>
              <a:ext cx="323107" cy="2326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橢圓 12"/>
            <p:cNvSpPr/>
            <p:nvPr/>
          </p:nvSpPr>
          <p:spPr>
            <a:xfrm>
              <a:off x="2106158" y="390695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/>
            <p:cNvSpPr/>
            <p:nvPr/>
          </p:nvSpPr>
          <p:spPr>
            <a:xfrm>
              <a:off x="3481694" y="390695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橢圓 14"/>
            <p:cNvSpPr/>
            <p:nvPr/>
          </p:nvSpPr>
          <p:spPr>
            <a:xfrm>
              <a:off x="2781697" y="3377865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6" name="直線接點 15"/>
            <p:cNvCxnSpPr>
              <a:stCxn id="14" idx="4"/>
              <a:endCxn id="11" idx="0"/>
            </p:cNvCxnSpPr>
            <p:nvPr/>
          </p:nvCxnSpPr>
          <p:spPr>
            <a:xfrm>
              <a:off x="3625694" y="4194952"/>
              <a:ext cx="351975" cy="26412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接點 16"/>
            <p:cNvCxnSpPr>
              <a:stCxn id="14" idx="4"/>
              <a:endCxn id="10" idx="0"/>
            </p:cNvCxnSpPr>
            <p:nvPr/>
          </p:nvCxnSpPr>
          <p:spPr>
            <a:xfrm flipH="1">
              <a:off x="3285938" y="4194952"/>
              <a:ext cx="339756" cy="2583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/>
            <p:cNvCxnSpPr>
              <a:stCxn id="13" idx="4"/>
              <a:endCxn id="9" idx="0"/>
            </p:cNvCxnSpPr>
            <p:nvPr/>
          </p:nvCxnSpPr>
          <p:spPr>
            <a:xfrm>
              <a:off x="2250158" y="4194952"/>
              <a:ext cx="349520" cy="26412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18"/>
            <p:cNvCxnSpPr>
              <a:stCxn id="13" idx="4"/>
              <a:endCxn id="25" idx="0"/>
            </p:cNvCxnSpPr>
            <p:nvPr/>
          </p:nvCxnSpPr>
          <p:spPr>
            <a:xfrm flipH="1">
              <a:off x="1907947" y="4194952"/>
              <a:ext cx="342211" cy="2583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接點 19"/>
            <p:cNvCxnSpPr>
              <a:stCxn id="15" idx="4"/>
              <a:endCxn id="14" idx="0"/>
            </p:cNvCxnSpPr>
            <p:nvPr/>
          </p:nvCxnSpPr>
          <p:spPr>
            <a:xfrm>
              <a:off x="2925697" y="3665865"/>
              <a:ext cx="699997" cy="24108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接點 20"/>
            <p:cNvCxnSpPr>
              <a:stCxn id="15" idx="4"/>
              <a:endCxn id="13" idx="0"/>
            </p:cNvCxnSpPr>
            <p:nvPr/>
          </p:nvCxnSpPr>
          <p:spPr>
            <a:xfrm flipH="1">
              <a:off x="2250158" y="3665865"/>
              <a:ext cx="675539" cy="24108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字方塊 21"/>
            <p:cNvSpPr txBox="1"/>
            <p:nvPr/>
          </p:nvSpPr>
          <p:spPr>
            <a:xfrm>
              <a:off x="2786524" y="332857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文字方塊 22"/>
            <p:cNvSpPr txBox="1"/>
            <p:nvPr/>
          </p:nvSpPr>
          <p:spPr>
            <a:xfrm>
              <a:off x="2108054" y="385766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文字方塊 23"/>
            <p:cNvSpPr txBox="1"/>
            <p:nvPr/>
          </p:nvSpPr>
          <p:spPr>
            <a:xfrm>
              <a:off x="3426048" y="3849034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–1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橢圓 24"/>
            <p:cNvSpPr/>
            <p:nvPr/>
          </p:nvSpPr>
          <p:spPr>
            <a:xfrm>
              <a:off x="1763947" y="445329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文字方塊 25"/>
            <p:cNvSpPr txBox="1"/>
            <p:nvPr/>
          </p:nvSpPr>
          <p:spPr>
            <a:xfrm>
              <a:off x="1757905" y="4404000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文字方塊 26"/>
            <p:cNvSpPr txBox="1"/>
            <p:nvPr/>
          </p:nvSpPr>
          <p:spPr>
            <a:xfrm>
              <a:off x="2451866" y="440400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文字方塊 27"/>
            <p:cNvSpPr txBox="1"/>
            <p:nvPr/>
          </p:nvSpPr>
          <p:spPr>
            <a:xfrm>
              <a:off x="3135896" y="44011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文字方塊 28"/>
            <p:cNvSpPr txBox="1"/>
            <p:nvPr/>
          </p:nvSpPr>
          <p:spPr>
            <a:xfrm>
              <a:off x="3836028" y="440400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文字方塊 29"/>
            <p:cNvSpPr txBox="1"/>
            <p:nvPr/>
          </p:nvSpPr>
          <p:spPr>
            <a:xfrm>
              <a:off x="1434798" y="492441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橢圓 30"/>
            <p:cNvSpPr/>
            <p:nvPr/>
          </p:nvSpPr>
          <p:spPr>
            <a:xfrm>
              <a:off x="2100835" y="4975334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" name="橢圓 31"/>
            <p:cNvSpPr/>
            <p:nvPr/>
          </p:nvSpPr>
          <p:spPr>
            <a:xfrm>
              <a:off x="2792566" y="4975334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33" name="直線接點 32"/>
            <p:cNvCxnSpPr>
              <a:stCxn id="9" idx="4"/>
              <a:endCxn id="31" idx="0"/>
            </p:cNvCxnSpPr>
            <p:nvPr/>
          </p:nvCxnSpPr>
          <p:spPr>
            <a:xfrm flipH="1">
              <a:off x="2244835" y="4747077"/>
              <a:ext cx="354843" cy="22825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/>
            <p:cNvCxnSpPr>
              <a:stCxn id="9" idx="4"/>
              <a:endCxn id="32" idx="0"/>
            </p:cNvCxnSpPr>
            <p:nvPr/>
          </p:nvCxnSpPr>
          <p:spPr>
            <a:xfrm>
              <a:off x="2599678" y="4747077"/>
              <a:ext cx="336888" cy="22825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橢圓 34"/>
            <p:cNvSpPr/>
            <p:nvPr/>
          </p:nvSpPr>
          <p:spPr>
            <a:xfrm>
              <a:off x="3525877" y="497370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36" name="直線接點 35"/>
            <p:cNvCxnSpPr>
              <a:stCxn id="35" idx="0"/>
              <a:endCxn id="11" idx="4"/>
            </p:cNvCxnSpPr>
            <p:nvPr/>
          </p:nvCxnSpPr>
          <p:spPr>
            <a:xfrm flipV="1">
              <a:off x="3669877" y="4747077"/>
              <a:ext cx="307792" cy="22663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字方塊 36"/>
            <p:cNvSpPr txBox="1"/>
            <p:nvPr/>
          </p:nvSpPr>
          <p:spPr>
            <a:xfrm>
              <a:off x="2094793" y="492441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文字方塊 37"/>
            <p:cNvSpPr txBox="1"/>
            <p:nvPr/>
          </p:nvSpPr>
          <p:spPr>
            <a:xfrm>
              <a:off x="2785497" y="492441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文字方塊 38"/>
            <p:cNvSpPr txBox="1"/>
            <p:nvPr/>
          </p:nvSpPr>
          <p:spPr>
            <a:xfrm>
              <a:off x="3530776" y="493466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0" name="群組 39"/>
          <p:cNvGrpSpPr/>
          <p:nvPr/>
        </p:nvGrpSpPr>
        <p:grpSpPr>
          <a:xfrm>
            <a:off x="5679344" y="2061918"/>
            <a:ext cx="2349040" cy="1965174"/>
            <a:chOff x="4759023" y="3286054"/>
            <a:chExt cx="2349040" cy="1965174"/>
          </a:xfrm>
        </p:grpSpPr>
        <p:sp>
          <p:nvSpPr>
            <p:cNvPr id="41" name="橢圓 40"/>
            <p:cNvSpPr/>
            <p:nvPr/>
          </p:nvSpPr>
          <p:spPr>
            <a:xfrm>
              <a:off x="4765065" y="4931413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2" name="橢圓 41"/>
            <p:cNvSpPr/>
            <p:nvPr/>
          </p:nvSpPr>
          <p:spPr>
            <a:xfrm>
              <a:off x="5779903" y="4416558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3" name="直線接點 42"/>
            <p:cNvCxnSpPr>
              <a:stCxn id="54" idx="4"/>
              <a:endCxn id="41" idx="0"/>
            </p:cNvCxnSpPr>
            <p:nvPr/>
          </p:nvCxnSpPr>
          <p:spPr>
            <a:xfrm flipH="1">
              <a:off x="4909065" y="4698773"/>
              <a:ext cx="323107" cy="2326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橢圓 43"/>
            <p:cNvSpPr/>
            <p:nvPr/>
          </p:nvSpPr>
          <p:spPr>
            <a:xfrm>
              <a:off x="5430383" y="3864433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" name="橢圓 44"/>
            <p:cNvSpPr/>
            <p:nvPr/>
          </p:nvSpPr>
          <p:spPr>
            <a:xfrm>
              <a:off x="6805919" y="3864433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橢圓 45"/>
            <p:cNvSpPr/>
            <p:nvPr/>
          </p:nvSpPr>
          <p:spPr>
            <a:xfrm>
              <a:off x="6105922" y="3335346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7" name="直線接點 46"/>
            <p:cNvCxnSpPr>
              <a:stCxn id="44" idx="4"/>
              <a:endCxn id="42" idx="0"/>
            </p:cNvCxnSpPr>
            <p:nvPr/>
          </p:nvCxnSpPr>
          <p:spPr>
            <a:xfrm>
              <a:off x="5574383" y="4152433"/>
              <a:ext cx="349520" cy="26412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接點 47"/>
            <p:cNvCxnSpPr>
              <a:stCxn id="44" idx="4"/>
              <a:endCxn id="54" idx="0"/>
            </p:cNvCxnSpPr>
            <p:nvPr/>
          </p:nvCxnSpPr>
          <p:spPr>
            <a:xfrm flipH="1">
              <a:off x="5232172" y="4152433"/>
              <a:ext cx="342211" cy="2583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接點 48"/>
            <p:cNvCxnSpPr>
              <a:stCxn id="46" idx="4"/>
              <a:endCxn id="45" idx="0"/>
            </p:cNvCxnSpPr>
            <p:nvPr/>
          </p:nvCxnSpPr>
          <p:spPr>
            <a:xfrm>
              <a:off x="6249922" y="3623346"/>
              <a:ext cx="699997" cy="24108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接點 49"/>
            <p:cNvCxnSpPr>
              <a:stCxn id="46" idx="4"/>
              <a:endCxn id="44" idx="0"/>
            </p:cNvCxnSpPr>
            <p:nvPr/>
          </p:nvCxnSpPr>
          <p:spPr>
            <a:xfrm flipH="1">
              <a:off x="5574383" y="3623346"/>
              <a:ext cx="675539" cy="24108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文字方塊 50"/>
            <p:cNvSpPr txBox="1"/>
            <p:nvPr/>
          </p:nvSpPr>
          <p:spPr>
            <a:xfrm>
              <a:off x="6110749" y="328605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文字方塊 51"/>
            <p:cNvSpPr txBox="1"/>
            <p:nvPr/>
          </p:nvSpPr>
          <p:spPr>
            <a:xfrm>
              <a:off x="5432279" y="381514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文字方塊 52"/>
            <p:cNvSpPr txBox="1"/>
            <p:nvPr/>
          </p:nvSpPr>
          <p:spPr>
            <a:xfrm>
              <a:off x="6807981" y="381604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橢圓 53"/>
            <p:cNvSpPr/>
            <p:nvPr/>
          </p:nvSpPr>
          <p:spPr>
            <a:xfrm>
              <a:off x="5088172" y="4410773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5082130" y="4361481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文字方塊 55"/>
            <p:cNvSpPr txBox="1"/>
            <p:nvPr/>
          </p:nvSpPr>
          <p:spPr>
            <a:xfrm>
              <a:off x="5776091" y="436148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文字方塊 56"/>
            <p:cNvSpPr txBox="1"/>
            <p:nvPr/>
          </p:nvSpPr>
          <p:spPr>
            <a:xfrm>
              <a:off x="4759023" y="488189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橢圓 57"/>
            <p:cNvSpPr/>
            <p:nvPr/>
          </p:nvSpPr>
          <p:spPr>
            <a:xfrm>
              <a:off x="5425060" y="4932815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9" name="橢圓 58"/>
            <p:cNvSpPr/>
            <p:nvPr/>
          </p:nvSpPr>
          <p:spPr>
            <a:xfrm>
              <a:off x="6116791" y="4932815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0" name="直線接點 59"/>
            <p:cNvCxnSpPr>
              <a:stCxn id="42" idx="4"/>
              <a:endCxn id="58" idx="0"/>
            </p:cNvCxnSpPr>
            <p:nvPr/>
          </p:nvCxnSpPr>
          <p:spPr>
            <a:xfrm flipH="1">
              <a:off x="5569060" y="4704558"/>
              <a:ext cx="354843" cy="22825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線接點 60"/>
            <p:cNvCxnSpPr>
              <a:stCxn id="42" idx="4"/>
              <a:endCxn id="59" idx="0"/>
            </p:cNvCxnSpPr>
            <p:nvPr/>
          </p:nvCxnSpPr>
          <p:spPr>
            <a:xfrm>
              <a:off x="5923903" y="4704558"/>
              <a:ext cx="336888" cy="22825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文字方塊 61"/>
            <p:cNvSpPr txBox="1"/>
            <p:nvPr/>
          </p:nvSpPr>
          <p:spPr>
            <a:xfrm>
              <a:off x="5419018" y="488189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文字方塊 62"/>
            <p:cNvSpPr txBox="1"/>
            <p:nvPr/>
          </p:nvSpPr>
          <p:spPr>
            <a:xfrm>
              <a:off x="6109722" y="488189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4" name="圓角矩形圖說文字 63"/>
          <p:cNvSpPr/>
          <p:nvPr/>
        </p:nvSpPr>
        <p:spPr>
          <a:xfrm>
            <a:off x="2508456" y="1484784"/>
            <a:ext cx="3359688" cy="335820"/>
          </a:xfrm>
          <a:prstGeom prst="wedgeRoundRectCallout">
            <a:avLst>
              <a:gd name="adj1" fmla="val -51030"/>
              <a:gd name="adj2" fmla="val 17004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左子樹高度 </a:t>
            </a:r>
            <a:r>
              <a:rPr lang="en-US" altLang="zh-TW" sz="20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–  </a:t>
            </a:r>
            <a:r>
              <a:rPr lang="zh-TW" alt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右子樹高度</a:t>
            </a:r>
            <a:endParaRPr lang="zh-TW" altLang="en-US" sz="2000" b="1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344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平衡</a:t>
            </a:r>
            <a:r>
              <a:rPr lang="en-US" altLang="zh-TW" dirty="0" smtClean="0"/>
              <a:t>AVL</a:t>
            </a:r>
            <a:r>
              <a:rPr lang="zh-TW" altLang="en-US" dirty="0" smtClean="0"/>
              <a:t>高度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>
                <a:sym typeface="Symbol" pitchFamily="18" charset="2"/>
              </a:rPr>
              <a:t>根據新</a:t>
            </a:r>
            <a:r>
              <a:rPr lang="zh-TW" altLang="en-US" dirty="0" smtClean="0">
                <a:sym typeface="Symbol" pitchFamily="18" charset="2"/>
              </a:rPr>
              <a:t>節點加入</a:t>
            </a:r>
            <a:r>
              <a:rPr lang="zh-TW" altLang="en-US" dirty="0">
                <a:sym typeface="Symbol" pitchFamily="18" charset="2"/>
              </a:rPr>
              <a:t>的位置，分成四種狀況來</a:t>
            </a:r>
            <a:r>
              <a:rPr lang="zh-TW" altLang="en-US" dirty="0">
                <a:solidFill>
                  <a:srgbClr val="C00000"/>
                </a:solidFill>
                <a:sym typeface="Symbol" pitchFamily="18" charset="2"/>
              </a:rPr>
              <a:t>旋轉</a:t>
            </a:r>
            <a:r>
              <a:rPr lang="zh-TW" altLang="en-US" dirty="0">
                <a:sym typeface="Symbol" pitchFamily="18" charset="2"/>
              </a:rPr>
              <a:t>調整，使其恢復</a:t>
            </a:r>
            <a:r>
              <a:rPr lang="en-US" altLang="zh-TW" dirty="0">
                <a:sym typeface="Symbol" pitchFamily="18" charset="2"/>
              </a:rPr>
              <a:t>AVL</a:t>
            </a:r>
            <a:r>
              <a:rPr lang="zh-TW" altLang="en-US" dirty="0">
                <a:sym typeface="Symbol" pitchFamily="18" charset="2"/>
              </a:rPr>
              <a:t>性質</a:t>
            </a:r>
            <a:r>
              <a:rPr lang="zh-TW" altLang="en-US" dirty="0" smtClean="0">
                <a:sym typeface="Symbol" pitchFamily="18" charset="2"/>
              </a:rPr>
              <a:t>。</a:t>
            </a:r>
            <a:endParaRPr lang="en-US" altLang="zh-TW" dirty="0" smtClean="0">
              <a:sym typeface="Symbol" pitchFamily="18" charset="2"/>
            </a:endParaRPr>
          </a:p>
          <a:p>
            <a:pPr lvl="1"/>
            <a:r>
              <a:rPr lang="en-US" altLang="zh-TW" dirty="0">
                <a:solidFill>
                  <a:srgbClr val="C00000"/>
                </a:solidFill>
                <a:sym typeface="Symbol" pitchFamily="18" charset="2"/>
              </a:rPr>
              <a:t>LL</a:t>
            </a:r>
            <a:r>
              <a:rPr lang="zh-TW" altLang="en-US" dirty="0">
                <a:sym typeface="Symbol" pitchFamily="18" charset="2"/>
              </a:rPr>
              <a:t>型：新節點</a:t>
            </a:r>
            <a:r>
              <a:rPr lang="en-US" altLang="zh-TW" i="1" dirty="0">
                <a:sym typeface="Symbol" pitchFamily="18" charset="2"/>
              </a:rPr>
              <a:t>N</a:t>
            </a:r>
            <a:r>
              <a:rPr lang="zh-TW" altLang="en-US" dirty="0">
                <a:sym typeface="Symbol" pitchFamily="18" charset="2"/>
              </a:rPr>
              <a:t>插入到節點</a:t>
            </a:r>
            <a:r>
              <a:rPr lang="en-US" altLang="zh-TW" i="1" dirty="0">
                <a:sym typeface="Symbol" pitchFamily="18" charset="2"/>
              </a:rPr>
              <a:t>A</a:t>
            </a:r>
            <a:r>
              <a:rPr lang="zh-TW" altLang="en-US" dirty="0">
                <a:sym typeface="Symbol" pitchFamily="18" charset="2"/>
              </a:rPr>
              <a:t>的</a:t>
            </a:r>
            <a:r>
              <a:rPr lang="zh-TW" altLang="en-US" dirty="0">
                <a:solidFill>
                  <a:srgbClr val="C00000"/>
                </a:solidFill>
                <a:sym typeface="Symbol" pitchFamily="18" charset="2"/>
              </a:rPr>
              <a:t>左</a:t>
            </a:r>
            <a:r>
              <a:rPr lang="zh-TW" altLang="en-US" dirty="0" smtClean="0">
                <a:solidFill>
                  <a:srgbClr val="C00000"/>
                </a:solidFill>
                <a:sym typeface="Symbol" pitchFamily="18" charset="2"/>
              </a:rPr>
              <a:t>兒子</a:t>
            </a:r>
            <a:r>
              <a:rPr lang="en-US" altLang="zh-TW" dirty="0" smtClean="0">
                <a:solidFill>
                  <a:srgbClr val="C00000"/>
                </a:solidFill>
                <a:sym typeface="Symbol" pitchFamily="18" charset="2"/>
              </a:rPr>
              <a:t>(L)</a:t>
            </a:r>
            <a:r>
              <a:rPr lang="zh-TW" altLang="en-US" dirty="0" smtClean="0">
                <a:sym typeface="Symbol" pitchFamily="18" charset="2"/>
              </a:rPr>
              <a:t>的</a:t>
            </a:r>
            <a:r>
              <a:rPr lang="zh-TW" altLang="en-US" dirty="0">
                <a:solidFill>
                  <a:srgbClr val="C00000"/>
                </a:solidFill>
                <a:sym typeface="Symbol" pitchFamily="18" charset="2"/>
              </a:rPr>
              <a:t>左子</a:t>
            </a:r>
            <a:r>
              <a:rPr lang="zh-TW" altLang="en-US" dirty="0" smtClean="0">
                <a:solidFill>
                  <a:srgbClr val="C00000"/>
                </a:solidFill>
                <a:sym typeface="Symbol" pitchFamily="18" charset="2"/>
              </a:rPr>
              <a:t>樹</a:t>
            </a:r>
            <a:r>
              <a:rPr lang="en-US" altLang="zh-TW" dirty="0" smtClean="0">
                <a:solidFill>
                  <a:srgbClr val="C00000"/>
                </a:solidFill>
                <a:sym typeface="Symbol" pitchFamily="18" charset="2"/>
              </a:rPr>
              <a:t>(L)</a:t>
            </a:r>
            <a:endParaRPr lang="zh-TW" altLang="en-US" dirty="0">
              <a:solidFill>
                <a:srgbClr val="C00000"/>
              </a:solidFill>
              <a:sym typeface="Symbol" pitchFamily="18" charset="2"/>
            </a:endParaRPr>
          </a:p>
          <a:p>
            <a:pPr lvl="1"/>
            <a:r>
              <a:rPr lang="en-US" altLang="zh-TW" dirty="0">
                <a:solidFill>
                  <a:srgbClr val="C00000"/>
                </a:solidFill>
                <a:sym typeface="Symbol" pitchFamily="18" charset="2"/>
              </a:rPr>
              <a:t>RR</a:t>
            </a:r>
            <a:r>
              <a:rPr lang="zh-TW" altLang="en-US" dirty="0">
                <a:sym typeface="Symbol" pitchFamily="18" charset="2"/>
              </a:rPr>
              <a:t>型：新節點</a:t>
            </a:r>
            <a:r>
              <a:rPr lang="en-US" altLang="zh-TW" i="1" dirty="0">
                <a:sym typeface="Symbol" pitchFamily="18" charset="2"/>
              </a:rPr>
              <a:t>N</a:t>
            </a:r>
            <a:r>
              <a:rPr lang="zh-TW" altLang="en-US" dirty="0">
                <a:sym typeface="Symbol" pitchFamily="18" charset="2"/>
              </a:rPr>
              <a:t>插入到節點</a:t>
            </a:r>
            <a:r>
              <a:rPr lang="en-US" altLang="zh-TW" i="1" dirty="0">
                <a:sym typeface="Symbol" pitchFamily="18" charset="2"/>
              </a:rPr>
              <a:t>A</a:t>
            </a:r>
            <a:r>
              <a:rPr lang="zh-TW" altLang="en-US" dirty="0">
                <a:sym typeface="Symbol" pitchFamily="18" charset="2"/>
              </a:rPr>
              <a:t>的</a:t>
            </a:r>
            <a:r>
              <a:rPr lang="zh-TW" altLang="en-US" dirty="0">
                <a:solidFill>
                  <a:srgbClr val="C00000"/>
                </a:solidFill>
                <a:sym typeface="Symbol" pitchFamily="18" charset="2"/>
              </a:rPr>
              <a:t>右</a:t>
            </a:r>
            <a:r>
              <a:rPr lang="zh-TW" altLang="en-US" dirty="0" smtClean="0">
                <a:solidFill>
                  <a:srgbClr val="C00000"/>
                </a:solidFill>
                <a:sym typeface="Symbol" pitchFamily="18" charset="2"/>
              </a:rPr>
              <a:t>兒子</a:t>
            </a:r>
            <a:r>
              <a:rPr lang="en-US" altLang="zh-TW" dirty="0" smtClean="0">
                <a:solidFill>
                  <a:srgbClr val="C00000"/>
                </a:solidFill>
                <a:sym typeface="Symbol" pitchFamily="18" charset="2"/>
              </a:rPr>
              <a:t>(R)</a:t>
            </a:r>
            <a:r>
              <a:rPr lang="zh-TW" altLang="en-US" dirty="0" smtClean="0">
                <a:sym typeface="Symbol" pitchFamily="18" charset="2"/>
              </a:rPr>
              <a:t>的</a:t>
            </a:r>
            <a:r>
              <a:rPr lang="zh-TW" altLang="en-US" dirty="0">
                <a:solidFill>
                  <a:srgbClr val="C00000"/>
                </a:solidFill>
                <a:sym typeface="Symbol" pitchFamily="18" charset="2"/>
              </a:rPr>
              <a:t>右子</a:t>
            </a:r>
            <a:r>
              <a:rPr lang="zh-TW" altLang="en-US" dirty="0" smtClean="0">
                <a:solidFill>
                  <a:srgbClr val="C00000"/>
                </a:solidFill>
                <a:sym typeface="Symbol" pitchFamily="18" charset="2"/>
              </a:rPr>
              <a:t>樹</a:t>
            </a:r>
            <a:r>
              <a:rPr lang="en-US" altLang="zh-TW" dirty="0" smtClean="0">
                <a:solidFill>
                  <a:srgbClr val="C00000"/>
                </a:solidFill>
                <a:sym typeface="Symbol" pitchFamily="18" charset="2"/>
              </a:rPr>
              <a:t>(R)</a:t>
            </a:r>
            <a:endParaRPr lang="zh-TW" altLang="en-US" dirty="0">
              <a:solidFill>
                <a:srgbClr val="C00000"/>
              </a:solidFill>
              <a:sym typeface="Symbol" pitchFamily="18" charset="2"/>
            </a:endParaRPr>
          </a:p>
          <a:p>
            <a:pPr lvl="1"/>
            <a:r>
              <a:rPr lang="en-US" altLang="zh-TW" dirty="0">
                <a:solidFill>
                  <a:srgbClr val="C00000"/>
                </a:solidFill>
                <a:sym typeface="Symbol" pitchFamily="18" charset="2"/>
              </a:rPr>
              <a:t>LR</a:t>
            </a:r>
            <a:r>
              <a:rPr lang="zh-TW" altLang="en-US" dirty="0">
                <a:sym typeface="Symbol" pitchFamily="18" charset="2"/>
              </a:rPr>
              <a:t>型：新節點</a:t>
            </a:r>
            <a:r>
              <a:rPr lang="en-US" altLang="zh-TW" i="1" dirty="0">
                <a:sym typeface="Symbol" pitchFamily="18" charset="2"/>
              </a:rPr>
              <a:t>N</a:t>
            </a:r>
            <a:r>
              <a:rPr lang="zh-TW" altLang="en-US" dirty="0">
                <a:sym typeface="Symbol" pitchFamily="18" charset="2"/>
              </a:rPr>
              <a:t>插入到節點</a:t>
            </a:r>
            <a:r>
              <a:rPr lang="en-US" altLang="zh-TW" i="1" dirty="0">
                <a:sym typeface="Symbol" pitchFamily="18" charset="2"/>
              </a:rPr>
              <a:t>A</a:t>
            </a:r>
            <a:r>
              <a:rPr lang="zh-TW" altLang="en-US" dirty="0">
                <a:sym typeface="Symbol" pitchFamily="18" charset="2"/>
              </a:rPr>
              <a:t>的</a:t>
            </a:r>
            <a:r>
              <a:rPr lang="zh-TW" altLang="en-US" dirty="0">
                <a:solidFill>
                  <a:srgbClr val="C00000"/>
                </a:solidFill>
                <a:sym typeface="Symbol" pitchFamily="18" charset="2"/>
              </a:rPr>
              <a:t>左</a:t>
            </a:r>
            <a:r>
              <a:rPr lang="zh-TW" altLang="en-US" dirty="0" smtClean="0">
                <a:solidFill>
                  <a:srgbClr val="C00000"/>
                </a:solidFill>
                <a:sym typeface="Symbol" pitchFamily="18" charset="2"/>
              </a:rPr>
              <a:t>兒子</a:t>
            </a:r>
            <a:r>
              <a:rPr lang="en-US" altLang="zh-TW" dirty="0" smtClean="0">
                <a:solidFill>
                  <a:srgbClr val="C00000"/>
                </a:solidFill>
                <a:sym typeface="Symbol" pitchFamily="18" charset="2"/>
              </a:rPr>
              <a:t>(L)</a:t>
            </a:r>
            <a:r>
              <a:rPr lang="zh-TW" altLang="en-US" dirty="0" smtClean="0">
                <a:sym typeface="Symbol" pitchFamily="18" charset="2"/>
              </a:rPr>
              <a:t>的</a:t>
            </a:r>
            <a:r>
              <a:rPr lang="zh-TW" altLang="en-US" dirty="0">
                <a:solidFill>
                  <a:srgbClr val="C00000"/>
                </a:solidFill>
                <a:sym typeface="Symbol" pitchFamily="18" charset="2"/>
              </a:rPr>
              <a:t>右子</a:t>
            </a:r>
            <a:r>
              <a:rPr lang="zh-TW" altLang="en-US" dirty="0" smtClean="0">
                <a:solidFill>
                  <a:srgbClr val="C00000"/>
                </a:solidFill>
                <a:sym typeface="Symbol" pitchFamily="18" charset="2"/>
              </a:rPr>
              <a:t>樹</a:t>
            </a:r>
            <a:r>
              <a:rPr lang="en-US" altLang="zh-TW" dirty="0" smtClean="0">
                <a:solidFill>
                  <a:srgbClr val="C00000"/>
                </a:solidFill>
                <a:sym typeface="Symbol" pitchFamily="18" charset="2"/>
              </a:rPr>
              <a:t>(R)</a:t>
            </a:r>
            <a:endParaRPr lang="zh-TW" altLang="en-US" dirty="0">
              <a:solidFill>
                <a:srgbClr val="C00000"/>
              </a:solidFill>
              <a:sym typeface="Symbol" pitchFamily="18" charset="2"/>
            </a:endParaRPr>
          </a:p>
          <a:p>
            <a:pPr lvl="1"/>
            <a:r>
              <a:rPr lang="en-US" altLang="zh-TW" dirty="0">
                <a:solidFill>
                  <a:srgbClr val="C00000"/>
                </a:solidFill>
                <a:sym typeface="Symbol" pitchFamily="18" charset="2"/>
              </a:rPr>
              <a:t>RL</a:t>
            </a:r>
            <a:r>
              <a:rPr lang="zh-TW" altLang="en-US" dirty="0">
                <a:sym typeface="Symbol" pitchFamily="18" charset="2"/>
              </a:rPr>
              <a:t>型：新節點</a:t>
            </a:r>
            <a:r>
              <a:rPr lang="en-US" altLang="zh-TW" i="1" dirty="0">
                <a:sym typeface="Symbol" pitchFamily="18" charset="2"/>
              </a:rPr>
              <a:t>N</a:t>
            </a:r>
            <a:r>
              <a:rPr lang="zh-TW" altLang="en-US" dirty="0">
                <a:sym typeface="Symbol" pitchFamily="18" charset="2"/>
              </a:rPr>
              <a:t>插入到節點</a:t>
            </a:r>
            <a:r>
              <a:rPr lang="en-US" altLang="zh-TW" i="1" dirty="0">
                <a:sym typeface="Symbol" pitchFamily="18" charset="2"/>
              </a:rPr>
              <a:t>A</a:t>
            </a:r>
            <a:r>
              <a:rPr lang="zh-TW" altLang="en-US" dirty="0">
                <a:sym typeface="Symbol" pitchFamily="18" charset="2"/>
              </a:rPr>
              <a:t>的</a:t>
            </a:r>
            <a:r>
              <a:rPr lang="zh-TW" altLang="en-US" dirty="0">
                <a:solidFill>
                  <a:srgbClr val="C00000"/>
                </a:solidFill>
                <a:sym typeface="Symbol" pitchFamily="18" charset="2"/>
              </a:rPr>
              <a:t>右</a:t>
            </a:r>
            <a:r>
              <a:rPr lang="zh-TW" altLang="en-US" dirty="0" smtClean="0">
                <a:solidFill>
                  <a:srgbClr val="C00000"/>
                </a:solidFill>
                <a:sym typeface="Symbol" pitchFamily="18" charset="2"/>
              </a:rPr>
              <a:t>兒子</a:t>
            </a:r>
            <a:r>
              <a:rPr lang="en-US" altLang="zh-TW" dirty="0" smtClean="0">
                <a:solidFill>
                  <a:srgbClr val="C00000"/>
                </a:solidFill>
                <a:sym typeface="Symbol" pitchFamily="18" charset="2"/>
              </a:rPr>
              <a:t>(R)</a:t>
            </a:r>
            <a:r>
              <a:rPr lang="zh-TW" altLang="en-US" dirty="0" smtClean="0">
                <a:sym typeface="Symbol" pitchFamily="18" charset="2"/>
              </a:rPr>
              <a:t>的</a:t>
            </a:r>
            <a:r>
              <a:rPr lang="zh-TW" altLang="en-US" dirty="0">
                <a:solidFill>
                  <a:srgbClr val="C00000"/>
                </a:solidFill>
                <a:sym typeface="Symbol" pitchFamily="18" charset="2"/>
              </a:rPr>
              <a:t>左子</a:t>
            </a:r>
            <a:r>
              <a:rPr lang="zh-TW" altLang="en-US" dirty="0" smtClean="0">
                <a:solidFill>
                  <a:srgbClr val="C00000"/>
                </a:solidFill>
                <a:sym typeface="Symbol" pitchFamily="18" charset="2"/>
              </a:rPr>
              <a:t>樹</a:t>
            </a:r>
            <a:r>
              <a:rPr lang="en-US" altLang="zh-TW" dirty="0" smtClean="0">
                <a:solidFill>
                  <a:srgbClr val="C00000"/>
                </a:solidFill>
                <a:sym typeface="Symbol" pitchFamily="18" charset="2"/>
              </a:rPr>
              <a:t>(L)</a:t>
            </a:r>
            <a:endParaRPr lang="zh-TW" altLang="en-US" dirty="0">
              <a:solidFill>
                <a:srgbClr val="C00000"/>
              </a:solidFill>
              <a:sym typeface="Symbol" pitchFamily="18" charset="2"/>
            </a:endParaRPr>
          </a:p>
          <a:p>
            <a:pPr lvl="1"/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2026/05/13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7" name="群組 6"/>
          <p:cNvGrpSpPr/>
          <p:nvPr/>
        </p:nvGrpSpPr>
        <p:grpSpPr>
          <a:xfrm>
            <a:off x="920474" y="3906145"/>
            <a:ext cx="1421946" cy="2452924"/>
            <a:chOff x="920474" y="3906145"/>
            <a:chExt cx="1421946" cy="2452924"/>
          </a:xfrm>
        </p:grpSpPr>
        <p:grpSp>
          <p:nvGrpSpPr>
            <p:cNvPr id="54" name="群組 53"/>
            <p:cNvGrpSpPr/>
            <p:nvPr/>
          </p:nvGrpSpPr>
          <p:grpSpPr>
            <a:xfrm>
              <a:off x="920474" y="3906145"/>
              <a:ext cx="1421946" cy="1967339"/>
              <a:chOff x="453749" y="3906145"/>
              <a:chExt cx="1421946" cy="1967339"/>
            </a:xfrm>
          </p:grpSpPr>
          <p:cxnSp>
            <p:nvCxnSpPr>
              <p:cNvPr id="12" name="直線接點 11"/>
              <p:cNvCxnSpPr>
                <a:stCxn id="25" idx="4"/>
                <a:endCxn id="8" idx="0"/>
              </p:cNvCxnSpPr>
              <p:nvPr/>
            </p:nvCxnSpPr>
            <p:spPr>
              <a:xfrm flipH="1">
                <a:off x="831157" y="4790676"/>
                <a:ext cx="208807" cy="232640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橢圓 12"/>
              <p:cNvSpPr/>
              <p:nvPr/>
            </p:nvSpPr>
            <p:spPr>
              <a:xfrm>
                <a:off x="1238175" y="3956336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8" name="直線接點 17"/>
              <p:cNvCxnSpPr>
                <a:stCxn id="13" idx="4"/>
                <a:endCxn id="9" idx="0"/>
              </p:cNvCxnSpPr>
              <p:nvPr/>
            </p:nvCxnSpPr>
            <p:spPr>
              <a:xfrm>
                <a:off x="1382175" y="4244336"/>
                <a:ext cx="349520" cy="264125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線接點 18"/>
              <p:cNvCxnSpPr>
                <a:stCxn id="13" idx="4"/>
                <a:endCxn id="25" idx="0"/>
              </p:cNvCxnSpPr>
              <p:nvPr/>
            </p:nvCxnSpPr>
            <p:spPr>
              <a:xfrm flipH="1">
                <a:off x="1039964" y="4244336"/>
                <a:ext cx="342211" cy="258340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文字方塊 21"/>
              <p:cNvSpPr txBox="1"/>
              <p:nvPr/>
            </p:nvSpPr>
            <p:spPr>
              <a:xfrm>
                <a:off x="1199386" y="3906145"/>
                <a:ext cx="3513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橢圓 24"/>
              <p:cNvSpPr/>
              <p:nvPr/>
            </p:nvSpPr>
            <p:spPr>
              <a:xfrm>
                <a:off x="895964" y="4502676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" name="橢圓 8"/>
              <p:cNvSpPr/>
              <p:nvPr/>
            </p:nvSpPr>
            <p:spPr>
              <a:xfrm>
                <a:off x="1587695" y="4508461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" name="橢圓 7"/>
              <p:cNvSpPr/>
              <p:nvPr/>
            </p:nvSpPr>
            <p:spPr>
              <a:xfrm>
                <a:off x="687157" y="5023316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2" name="橢圓 41"/>
              <p:cNvSpPr/>
              <p:nvPr/>
            </p:nvSpPr>
            <p:spPr>
              <a:xfrm>
                <a:off x="1084650" y="5023316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43" name="直線接點 42"/>
              <p:cNvCxnSpPr>
                <a:stCxn id="25" idx="4"/>
                <a:endCxn id="42" idx="0"/>
              </p:cNvCxnSpPr>
              <p:nvPr/>
            </p:nvCxnSpPr>
            <p:spPr>
              <a:xfrm>
                <a:off x="1039964" y="4790676"/>
                <a:ext cx="188686" cy="232640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文字方塊 45"/>
              <p:cNvSpPr txBox="1"/>
              <p:nvPr/>
            </p:nvSpPr>
            <p:spPr>
              <a:xfrm>
                <a:off x="1006303" y="3906145"/>
                <a:ext cx="3000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" name="文字方塊 46"/>
              <p:cNvSpPr txBox="1"/>
              <p:nvPr/>
            </p:nvSpPr>
            <p:spPr>
              <a:xfrm>
                <a:off x="673577" y="4453803"/>
                <a:ext cx="3000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" name="橢圓 47"/>
              <p:cNvSpPr/>
              <p:nvPr/>
            </p:nvSpPr>
            <p:spPr>
              <a:xfrm>
                <a:off x="513457" y="5547191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49" name="直線接點 48"/>
              <p:cNvCxnSpPr>
                <a:stCxn id="8" idx="4"/>
                <a:endCxn id="48" idx="0"/>
              </p:cNvCxnSpPr>
              <p:nvPr/>
            </p:nvCxnSpPr>
            <p:spPr>
              <a:xfrm flipH="1">
                <a:off x="657457" y="5311316"/>
                <a:ext cx="173700" cy="235875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文字方塊 51"/>
              <p:cNvSpPr txBox="1"/>
              <p:nvPr/>
            </p:nvSpPr>
            <p:spPr>
              <a:xfrm>
                <a:off x="453749" y="4973125"/>
                <a:ext cx="3000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3" name="文字方塊 52"/>
              <p:cNvSpPr txBox="1"/>
              <p:nvPr/>
            </p:nvSpPr>
            <p:spPr>
              <a:xfrm>
                <a:off x="477968" y="5504152"/>
                <a:ext cx="3513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32" name="矩形 131"/>
            <p:cNvSpPr/>
            <p:nvPr/>
          </p:nvSpPr>
          <p:spPr>
            <a:xfrm>
              <a:off x="1473028" y="5958959"/>
              <a:ext cx="52770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LL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群組 9"/>
          <p:cNvGrpSpPr/>
          <p:nvPr/>
        </p:nvGrpSpPr>
        <p:grpSpPr>
          <a:xfrm>
            <a:off x="2991464" y="3906145"/>
            <a:ext cx="1429494" cy="2452924"/>
            <a:chOff x="2991464" y="3906145"/>
            <a:chExt cx="1429494" cy="2452924"/>
          </a:xfrm>
        </p:grpSpPr>
        <p:grpSp>
          <p:nvGrpSpPr>
            <p:cNvPr id="111" name="群組 110"/>
            <p:cNvGrpSpPr/>
            <p:nvPr/>
          </p:nvGrpSpPr>
          <p:grpSpPr>
            <a:xfrm>
              <a:off x="2991464" y="3906145"/>
              <a:ext cx="1429494" cy="1967339"/>
              <a:chOff x="2524739" y="3906145"/>
              <a:chExt cx="1429494" cy="1967339"/>
            </a:xfrm>
          </p:grpSpPr>
          <p:cxnSp>
            <p:nvCxnSpPr>
              <p:cNvPr id="56" name="直線接點 55"/>
              <p:cNvCxnSpPr>
                <a:stCxn id="62" idx="4"/>
                <a:endCxn id="63" idx="0"/>
              </p:cNvCxnSpPr>
              <p:nvPr/>
            </p:nvCxnSpPr>
            <p:spPr>
              <a:xfrm flipH="1">
                <a:off x="3164782" y="4796461"/>
                <a:ext cx="195688" cy="226855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橢圓 56"/>
              <p:cNvSpPr/>
              <p:nvPr/>
            </p:nvSpPr>
            <p:spPr>
              <a:xfrm>
                <a:off x="2866950" y="3956336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58" name="直線接點 57"/>
              <p:cNvCxnSpPr>
                <a:stCxn id="57" idx="4"/>
                <a:endCxn id="62" idx="0"/>
              </p:cNvCxnSpPr>
              <p:nvPr/>
            </p:nvCxnSpPr>
            <p:spPr>
              <a:xfrm>
                <a:off x="3010950" y="4244336"/>
                <a:ext cx="349520" cy="264125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線接點 58"/>
              <p:cNvCxnSpPr>
                <a:stCxn id="57" idx="4"/>
                <a:endCxn id="61" idx="0"/>
              </p:cNvCxnSpPr>
              <p:nvPr/>
            </p:nvCxnSpPr>
            <p:spPr>
              <a:xfrm flipH="1">
                <a:off x="2668739" y="4244336"/>
                <a:ext cx="342211" cy="258340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文字方塊 59"/>
              <p:cNvSpPr txBox="1"/>
              <p:nvPr/>
            </p:nvSpPr>
            <p:spPr>
              <a:xfrm>
                <a:off x="2828161" y="3906145"/>
                <a:ext cx="3513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1" name="橢圓 60"/>
              <p:cNvSpPr/>
              <p:nvPr/>
            </p:nvSpPr>
            <p:spPr>
              <a:xfrm>
                <a:off x="2524739" y="4502676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2" name="橢圓 61"/>
              <p:cNvSpPr/>
              <p:nvPr/>
            </p:nvSpPr>
            <p:spPr>
              <a:xfrm>
                <a:off x="3216470" y="4508461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3" name="橢圓 62"/>
              <p:cNvSpPr/>
              <p:nvPr/>
            </p:nvSpPr>
            <p:spPr>
              <a:xfrm>
                <a:off x="3020782" y="5023316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4" name="橢圓 63"/>
              <p:cNvSpPr/>
              <p:nvPr/>
            </p:nvSpPr>
            <p:spPr>
              <a:xfrm>
                <a:off x="3418275" y="5023316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65" name="直線接點 64"/>
              <p:cNvCxnSpPr>
                <a:stCxn id="62" idx="4"/>
                <a:endCxn id="64" idx="0"/>
              </p:cNvCxnSpPr>
              <p:nvPr/>
            </p:nvCxnSpPr>
            <p:spPr>
              <a:xfrm>
                <a:off x="3360470" y="4796461"/>
                <a:ext cx="201805" cy="226855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文字方塊 65"/>
              <p:cNvSpPr txBox="1"/>
              <p:nvPr/>
            </p:nvSpPr>
            <p:spPr>
              <a:xfrm>
                <a:off x="3091720" y="3906145"/>
                <a:ext cx="4154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–2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7" name="文字方塊 66"/>
              <p:cNvSpPr txBox="1"/>
              <p:nvPr/>
            </p:nvSpPr>
            <p:spPr>
              <a:xfrm>
                <a:off x="3454319" y="4453803"/>
                <a:ext cx="4154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–1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8" name="橢圓 67"/>
              <p:cNvSpPr/>
              <p:nvPr/>
            </p:nvSpPr>
            <p:spPr>
              <a:xfrm>
                <a:off x="3266182" y="5547191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69" name="直線接點 68"/>
              <p:cNvCxnSpPr>
                <a:stCxn id="64" idx="4"/>
                <a:endCxn id="68" idx="0"/>
              </p:cNvCxnSpPr>
              <p:nvPr/>
            </p:nvCxnSpPr>
            <p:spPr>
              <a:xfrm flipH="1">
                <a:off x="3410182" y="5311316"/>
                <a:ext cx="152093" cy="235875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文字方塊 69"/>
              <p:cNvSpPr txBox="1"/>
              <p:nvPr/>
            </p:nvSpPr>
            <p:spPr>
              <a:xfrm>
                <a:off x="3654151" y="4973125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1" name="文字方塊 70"/>
              <p:cNvSpPr txBox="1"/>
              <p:nvPr/>
            </p:nvSpPr>
            <p:spPr>
              <a:xfrm>
                <a:off x="3230693" y="5504152"/>
                <a:ext cx="3513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33" name="矩形 132"/>
            <p:cNvSpPr/>
            <p:nvPr/>
          </p:nvSpPr>
          <p:spPr>
            <a:xfrm>
              <a:off x="3301404" y="5958959"/>
              <a:ext cx="55656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RR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群組 10"/>
          <p:cNvGrpSpPr/>
          <p:nvPr/>
        </p:nvGrpSpPr>
        <p:grpSpPr>
          <a:xfrm>
            <a:off x="5054519" y="3906145"/>
            <a:ext cx="1297926" cy="2452924"/>
            <a:chOff x="5054519" y="3906145"/>
            <a:chExt cx="1297926" cy="2452924"/>
          </a:xfrm>
        </p:grpSpPr>
        <p:grpSp>
          <p:nvGrpSpPr>
            <p:cNvPr id="131" name="群組 130"/>
            <p:cNvGrpSpPr/>
            <p:nvPr/>
          </p:nvGrpSpPr>
          <p:grpSpPr>
            <a:xfrm>
              <a:off x="5054519" y="3906145"/>
              <a:ext cx="1297926" cy="1967339"/>
              <a:chOff x="4959269" y="3906145"/>
              <a:chExt cx="1297926" cy="1967339"/>
            </a:xfrm>
          </p:grpSpPr>
          <p:cxnSp>
            <p:nvCxnSpPr>
              <p:cNvPr id="73" name="直線接點 72"/>
              <p:cNvCxnSpPr>
                <a:stCxn id="78" idx="4"/>
                <a:endCxn id="80" idx="0"/>
              </p:cNvCxnSpPr>
              <p:nvPr/>
            </p:nvCxnSpPr>
            <p:spPr>
              <a:xfrm flipH="1">
                <a:off x="5212657" y="4790676"/>
                <a:ext cx="208807" cy="232640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橢圓 73"/>
              <p:cNvSpPr/>
              <p:nvPr/>
            </p:nvSpPr>
            <p:spPr>
              <a:xfrm>
                <a:off x="5619675" y="3956336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75" name="直線接點 74"/>
              <p:cNvCxnSpPr>
                <a:stCxn id="74" idx="4"/>
                <a:endCxn id="79" idx="0"/>
              </p:cNvCxnSpPr>
              <p:nvPr/>
            </p:nvCxnSpPr>
            <p:spPr>
              <a:xfrm>
                <a:off x="5763675" y="4244336"/>
                <a:ext cx="349520" cy="264125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線接點 75"/>
              <p:cNvCxnSpPr>
                <a:stCxn id="74" idx="4"/>
                <a:endCxn id="78" idx="0"/>
              </p:cNvCxnSpPr>
              <p:nvPr/>
            </p:nvCxnSpPr>
            <p:spPr>
              <a:xfrm flipH="1">
                <a:off x="5421464" y="4244336"/>
                <a:ext cx="342211" cy="258340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" name="文字方塊 76"/>
              <p:cNvSpPr txBox="1"/>
              <p:nvPr/>
            </p:nvSpPr>
            <p:spPr>
              <a:xfrm>
                <a:off x="5580886" y="3906145"/>
                <a:ext cx="3513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8" name="橢圓 77"/>
              <p:cNvSpPr/>
              <p:nvPr/>
            </p:nvSpPr>
            <p:spPr>
              <a:xfrm>
                <a:off x="5277464" y="4502676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9" name="橢圓 78"/>
              <p:cNvSpPr/>
              <p:nvPr/>
            </p:nvSpPr>
            <p:spPr>
              <a:xfrm>
                <a:off x="5969195" y="4508461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0" name="橢圓 79"/>
              <p:cNvSpPr/>
              <p:nvPr/>
            </p:nvSpPr>
            <p:spPr>
              <a:xfrm>
                <a:off x="5068657" y="5023316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1" name="橢圓 80"/>
              <p:cNvSpPr/>
              <p:nvPr/>
            </p:nvSpPr>
            <p:spPr>
              <a:xfrm>
                <a:off x="5466150" y="5023316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82" name="直線接點 81"/>
              <p:cNvCxnSpPr>
                <a:stCxn id="78" idx="4"/>
                <a:endCxn id="81" idx="0"/>
              </p:cNvCxnSpPr>
              <p:nvPr/>
            </p:nvCxnSpPr>
            <p:spPr>
              <a:xfrm>
                <a:off x="5421464" y="4790676"/>
                <a:ext cx="188686" cy="232640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文字方塊 82"/>
              <p:cNvSpPr txBox="1"/>
              <p:nvPr/>
            </p:nvSpPr>
            <p:spPr>
              <a:xfrm>
                <a:off x="5387803" y="3906145"/>
                <a:ext cx="3000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4" name="文字方塊 83"/>
              <p:cNvSpPr txBox="1"/>
              <p:nvPr/>
            </p:nvSpPr>
            <p:spPr>
              <a:xfrm>
                <a:off x="4959269" y="4453803"/>
                <a:ext cx="4154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–1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5" name="橢圓 84"/>
              <p:cNvSpPr/>
              <p:nvPr/>
            </p:nvSpPr>
            <p:spPr>
              <a:xfrm>
                <a:off x="5285482" y="5547191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86" name="直線接點 85"/>
              <p:cNvCxnSpPr>
                <a:stCxn id="81" idx="4"/>
                <a:endCxn id="85" idx="0"/>
              </p:cNvCxnSpPr>
              <p:nvPr/>
            </p:nvCxnSpPr>
            <p:spPr>
              <a:xfrm flipH="1">
                <a:off x="5429482" y="5311316"/>
                <a:ext cx="180668" cy="235875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7" name="文字方塊 86"/>
              <p:cNvSpPr txBox="1"/>
              <p:nvPr/>
            </p:nvSpPr>
            <p:spPr>
              <a:xfrm>
                <a:off x="5682974" y="4973125"/>
                <a:ext cx="3000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8" name="文字方塊 87"/>
              <p:cNvSpPr txBox="1"/>
              <p:nvPr/>
            </p:nvSpPr>
            <p:spPr>
              <a:xfrm>
                <a:off x="5249993" y="5504152"/>
                <a:ext cx="3513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34" name="矩形 133"/>
            <p:cNvSpPr/>
            <p:nvPr/>
          </p:nvSpPr>
          <p:spPr>
            <a:xfrm>
              <a:off x="5542534" y="5958959"/>
              <a:ext cx="54213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LR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7049114" y="3906145"/>
            <a:ext cx="1220695" cy="2452924"/>
            <a:chOff x="7049114" y="3906145"/>
            <a:chExt cx="1220695" cy="2452924"/>
          </a:xfrm>
        </p:grpSpPr>
        <p:grpSp>
          <p:nvGrpSpPr>
            <p:cNvPr id="130" name="群組 129"/>
            <p:cNvGrpSpPr/>
            <p:nvPr/>
          </p:nvGrpSpPr>
          <p:grpSpPr>
            <a:xfrm>
              <a:off x="7049114" y="3906145"/>
              <a:ext cx="1220695" cy="1967339"/>
              <a:chOff x="7211039" y="3906145"/>
              <a:chExt cx="1220695" cy="1967339"/>
            </a:xfrm>
          </p:grpSpPr>
          <p:cxnSp>
            <p:nvCxnSpPr>
              <p:cNvPr id="113" name="直線接點 112"/>
              <p:cNvCxnSpPr>
                <a:stCxn id="119" idx="4"/>
                <a:endCxn id="120" idx="0"/>
              </p:cNvCxnSpPr>
              <p:nvPr/>
            </p:nvCxnSpPr>
            <p:spPr>
              <a:xfrm flipH="1">
                <a:off x="7851082" y="4796461"/>
                <a:ext cx="195688" cy="226855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4" name="橢圓 113"/>
              <p:cNvSpPr/>
              <p:nvPr/>
            </p:nvSpPr>
            <p:spPr>
              <a:xfrm>
                <a:off x="7553250" y="3956336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15" name="直線接點 114"/>
              <p:cNvCxnSpPr>
                <a:stCxn id="114" idx="4"/>
                <a:endCxn id="119" idx="0"/>
              </p:cNvCxnSpPr>
              <p:nvPr/>
            </p:nvCxnSpPr>
            <p:spPr>
              <a:xfrm>
                <a:off x="7697250" y="4244336"/>
                <a:ext cx="349520" cy="264125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直線接點 115"/>
              <p:cNvCxnSpPr>
                <a:stCxn id="114" idx="4"/>
                <a:endCxn id="118" idx="0"/>
              </p:cNvCxnSpPr>
              <p:nvPr/>
            </p:nvCxnSpPr>
            <p:spPr>
              <a:xfrm flipH="1">
                <a:off x="7355039" y="4244336"/>
                <a:ext cx="342211" cy="258340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7" name="文字方塊 116"/>
              <p:cNvSpPr txBox="1"/>
              <p:nvPr/>
            </p:nvSpPr>
            <p:spPr>
              <a:xfrm>
                <a:off x="7514461" y="3906145"/>
                <a:ext cx="3513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8" name="橢圓 117"/>
              <p:cNvSpPr/>
              <p:nvPr/>
            </p:nvSpPr>
            <p:spPr>
              <a:xfrm>
                <a:off x="7211039" y="4502676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9" name="橢圓 118"/>
              <p:cNvSpPr/>
              <p:nvPr/>
            </p:nvSpPr>
            <p:spPr>
              <a:xfrm>
                <a:off x="7902770" y="4508461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0" name="橢圓 119"/>
              <p:cNvSpPr/>
              <p:nvPr/>
            </p:nvSpPr>
            <p:spPr>
              <a:xfrm>
                <a:off x="7707082" y="5023316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1" name="橢圓 120"/>
              <p:cNvSpPr/>
              <p:nvPr/>
            </p:nvSpPr>
            <p:spPr>
              <a:xfrm>
                <a:off x="8104575" y="5023316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22" name="直線接點 121"/>
              <p:cNvCxnSpPr>
                <a:stCxn id="119" idx="4"/>
                <a:endCxn id="121" idx="0"/>
              </p:cNvCxnSpPr>
              <p:nvPr/>
            </p:nvCxnSpPr>
            <p:spPr>
              <a:xfrm>
                <a:off x="8046770" y="4796461"/>
                <a:ext cx="201805" cy="226855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3" name="文字方塊 122"/>
              <p:cNvSpPr txBox="1"/>
              <p:nvPr/>
            </p:nvSpPr>
            <p:spPr>
              <a:xfrm>
                <a:off x="7778020" y="3906145"/>
                <a:ext cx="4154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–2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4" name="文字方塊 123"/>
              <p:cNvSpPr txBox="1"/>
              <p:nvPr/>
            </p:nvSpPr>
            <p:spPr>
              <a:xfrm>
                <a:off x="8131652" y="4453803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5" name="橢圓 124"/>
              <p:cNvSpPr/>
              <p:nvPr/>
            </p:nvSpPr>
            <p:spPr>
              <a:xfrm>
                <a:off x="7876282" y="5547191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26" name="直線接點 125"/>
              <p:cNvCxnSpPr>
                <a:stCxn id="120" idx="4"/>
                <a:endCxn id="125" idx="0"/>
              </p:cNvCxnSpPr>
              <p:nvPr/>
            </p:nvCxnSpPr>
            <p:spPr>
              <a:xfrm>
                <a:off x="7851082" y="5311316"/>
                <a:ext cx="169200" cy="235875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7" name="文字方塊 126"/>
              <p:cNvSpPr txBox="1"/>
              <p:nvPr/>
            </p:nvSpPr>
            <p:spPr>
              <a:xfrm>
                <a:off x="7377868" y="4973125"/>
                <a:ext cx="4154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–1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8" name="文字方塊 127"/>
              <p:cNvSpPr txBox="1"/>
              <p:nvPr/>
            </p:nvSpPr>
            <p:spPr>
              <a:xfrm>
                <a:off x="7840793" y="5504152"/>
                <a:ext cx="3513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35" name="矩形 134"/>
            <p:cNvSpPr/>
            <p:nvPr/>
          </p:nvSpPr>
          <p:spPr>
            <a:xfrm>
              <a:off x="7352536" y="5958959"/>
              <a:ext cx="55656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RL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29811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 smtClean="0">
                <a:solidFill>
                  <a:srgbClr val="C00000"/>
                </a:solidFill>
                <a:sym typeface="Symbol" pitchFamily="18" charset="2"/>
              </a:rPr>
              <a:t>LL</a:t>
            </a:r>
            <a:r>
              <a:rPr lang="zh-TW" altLang="en-US" dirty="0">
                <a:sym typeface="Symbol" pitchFamily="18" charset="2"/>
              </a:rPr>
              <a:t>型：新節點</a:t>
            </a:r>
            <a:r>
              <a:rPr lang="en-US" altLang="zh-TW" i="1" dirty="0">
                <a:sym typeface="Symbol" pitchFamily="18" charset="2"/>
              </a:rPr>
              <a:t>N</a:t>
            </a:r>
            <a:r>
              <a:rPr lang="zh-TW" altLang="en-US" dirty="0">
                <a:sym typeface="Symbol" pitchFamily="18" charset="2"/>
              </a:rPr>
              <a:t>插入到節點</a:t>
            </a:r>
            <a:r>
              <a:rPr lang="en-US" altLang="zh-TW" i="1" dirty="0">
                <a:sym typeface="Symbol" pitchFamily="18" charset="2"/>
              </a:rPr>
              <a:t>A</a:t>
            </a:r>
            <a:r>
              <a:rPr lang="zh-TW" altLang="en-US" dirty="0">
                <a:sym typeface="Symbol" pitchFamily="18" charset="2"/>
              </a:rPr>
              <a:t>的</a:t>
            </a:r>
            <a:r>
              <a:rPr lang="zh-TW" altLang="en-US" dirty="0">
                <a:solidFill>
                  <a:srgbClr val="C00000"/>
                </a:solidFill>
                <a:sym typeface="Symbol" pitchFamily="18" charset="2"/>
              </a:rPr>
              <a:t>左</a:t>
            </a:r>
            <a:r>
              <a:rPr lang="zh-TW" altLang="en-US" dirty="0" smtClean="0">
                <a:solidFill>
                  <a:srgbClr val="C00000"/>
                </a:solidFill>
                <a:sym typeface="Symbol" pitchFamily="18" charset="2"/>
              </a:rPr>
              <a:t>兒子</a:t>
            </a:r>
            <a:r>
              <a:rPr lang="en-US" altLang="zh-TW" dirty="0" smtClean="0">
                <a:solidFill>
                  <a:srgbClr val="C00000"/>
                </a:solidFill>
                <a:sym typeface="Symbol" pitchFamily="18" charset="2"/>
              </a:rPr>
              <a:t>(L)</a:t>
            </a:r>
            <a:r>
              <a:rPr lang="zh-TW" altLang="en-US" dirty="0" smtClean="0">
                <a:sym typeface="Symbol" pitchFamily="18" charset="2"/>
              </a:rPr>
              <a:t>的</a:t>
            </a:r>
            <a:r>
              <a:rPr lang="zh-TW" altLang="en-US" dirty="0">
                <a:solidFill>
                  <a:srgbClr val="C00000"/>
                </a:solidFill>
                <a:sym typeface="Symbol" pitchFamily="18" charset="2"/>
              </a:rPr>
              <a:t>左子</a:t>
            </a:r>
            <a:r>
              <a:rPr lang="zh-TW" altLang="en-US" dirty="0" smtClean="0">
                <a:solidFill>
                  <a:srgbClr val="C00000"/>
                </a:solidFill>
                <a:sym typeface="Symbol" pitchFamily="18" charset="2"/>
              </a:rPr>
              <a:t>樹</a:t>
            </a:r>
            <a:r>
              <a:rPr lang="en-US" altLang="zh-TW" dirty="0" smtClean="0">
                <a:solidFill>
                  <a:srgbClr val="C00000"/>
                </a:solidFill>
                <a:sym typeface="Symbol" pitchFamily="18" charset="2"/>
              </a:rPr>
              <a:t>(L)</a:t>
            </a:r>
            <a:endParaRPr lang="zh-TW" altLang="en-US" dirty="0">
              <a:solidFill>
                <a:srgbClr val="C00000"/>
              </a:solidFill>
              <a:sym typeface="Symbol" pitchFamily="18" charset="2"/>
            </a:endParaRPr>
          </a:p>
          <a:p>
            <a:pPr lvl="1"/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LL</a:t>
            </a:r>
            <a:r>
              <a:rPr lang="zh-TW" altLang="en-US" dirty="0" smtClean="0"/>
              <a:t>型旋轉 </a:t>
            </a:r>
            <a:r>
              <a:rPr lang="en-US" altLang="zh-TW" dirty="0" smtClean="0"/>
              <a:t>(1/2)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2026/05/13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 dirty="0"/>
          </a:p>
        </p:txBody>
      </p:sp>
      <p:cxnSp>
        <p:nvCxnSpPr>
          <p:cNvPr id="8" name="直線接點 7"/>
          <p:cNvCxnSpPr>
            <a:stCxn id="13" idx="4"/>
            <a:endCxn id="29" idx="0"/>
          </p:cNvCxnSpPr>
          <p:nvPr/>
        </p:nvCxnSpPr>
        <p:spPr>
          <a:xfrm flipH="1">
            <a:off x="2362099" y="3482963"/>
            <a:ext cx="221826" cy="200426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橢圓 8"/>
          <p:cNvSpPr/>
          <p:nvPr/>
        </p:nvSpPr>
        <p:spPr>
          <a:xfrm>
            <a:off x="2753561" y="267719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" name="直線接點 9"/>
          <p:cNvCxnSpPr>
            <a:stCxn id="9" idx="4"/>
            <a:endCxn id="25" idx="0"/>
          </p:cNvCxnSpPr>
          <p:nvPr/>
        </p:nvCxnSpPr>
        <p:spPr>
          <a:xfrm>
            <a:off x="2897561" y="2965198"/>
            <a:ext cx="370057" cy="258339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>
            <a:stCxn id="9" idx="4"/>
            <a:endCxn id="13" idx="0"/>
          </p:cNvCxnSpPr>
          <p:nvPr/>
        </p:nvCxnSpPr>
        <p:spPr>
          <a:xfrm flipH="1">
            <a:off x="2583925" y="2965198"/>
            <a:ext cx="313636" cy="22976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2714772" y="2627007"/>
            <a:ext cx="351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橢圓 12"/>
          <p:cNvSpPr/>
          <p:nvPr/>
        </p:nvSpPr>
        <p:spPr>
          <a:xfrm>
            <a:off x="2439925" y="319496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直線接點 16"/>
          <p:cNvCxnSpPr>
            <a:stCxn id="13" idx="4"/>
            <a:endCxn id="31" idx="0"/>
          </p:cNvCxnSpPr>
          <p:nvPr/>
        </p:nvCxnSpPr>
        <p:spPr>
          <a:xfrm>
            <a:off x="2583925" y="3482963"/>
            <a:ext cx="230823" cy="2004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/>
          <p:cNvSpPr txBox="1"/>
          <p:nvPr/>
        </p:nvSpPr>
        <p:spPr>
          <a:xfrm>
            <a:off x="2521689" y="2627007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2208013" y="3146090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2407197" y="3141032"/>
            <a:ext cx="338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072320" y="3223537"/>
            <a:ext cx="390595" cy="926577"/>
          </a:xfrm>
          <a:prstGeom prst="rect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文字方塊 26"/>
          <p:cNvSpPr txBox="1"/>
          <p:nvPr/>
        </p:nvSpPr>
        <p:spPr>
          <a:xfrm>
            <a:off x="3027622" y="3417257"/>
            <a:ext cx="492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2166801" y="3683389"/>
            <a:ext cx="390595" cy="926577"/>
          </a:xfrm>
          <a:prstGeom prst="rect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文字方塊 29"/>
          <p:cNvSpPr txBox="1"/>
          <p:nvPr/>
        </p:nvSpPr>
        <p:spPr>
          <a:xfrm>
            <a:off x="2128515" y="3877109"/>
            <a:ext cx="479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2619450" y="3683388"/>
            <a:ext cx="390595" cy="926577"/>
          </a:xfrm>
          <a:prstGeom prst="rect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文字方塊 31"/>
          <p:cNvSpPr txBox="1"/>
          <p:nvPr/>
        </p:nvSpPr>
        <p:spPr>
          <a:xfrm>
            <a:off x="2574752" y="3877108"/>
            <a:ext cx="492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1412396" y="3962011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7" name="直線接點 36"/>
          <p:cNvCxnSpPr/>
          <p:nvPr/>
        </p:nvCxnSpPr>
        <p:spPr>
          <a:xfrm>
            <a:off x="1867653" y="3683389"/>
            <a:ext cx="25152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/>
          <p:cNvCxnSpPr/>
          <p:nvPr/>
        </p:nvCxnSpPr>
        <p:spPr>
          <a:xfrm>
            <a:off x="1867653" y="4588264"/>
            <a:ext cx="25152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/>
          <p:nvPr/>
        </p:nvCxnSpPr>
        <p:spPr>
          <a:xfrm>
            <a:off x="1990624" y="3683389"/>
            <a:ext cx="0" cy="926577"/>
          </a:xfrm>
          <a:prstGeom prst="straightConnector1">
            <a:avLst/>
          </a:prstGeom>
          <a:ln w="28575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字方塊 40"/>
          <p:cNvSpPr txBox="1"/>
          <p:nvPr/>
        </p:nvSpPr>
        <p:spPr>
          <a:xfrm>
            <a:off x="3565436" y="3511538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" name="直線接點 41"/>
          <p:cNvCxnSpPr/>
          <p:nvPr/>
        </p:nvCxnSpPr>
        <p:spPr>
          <a:xfrm>
            <a:off x="3496818" y="3232916"/>
            <a:ext cx="25152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>
            <a:off x="3496818" y="4137791"/>
            <a:ext cx="25152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/>
          <p:cNvCxnSpPr/>
          <p:nvPr/>
        </p:nvCxnSpPr>
        <p:spPr>
          <a:xfrm>
            <a:off x="3619789" y="3232916"/>
            <a:ext cx="0" cy="926577"/>
          </a:xfrm>
          <a:prstGeom prst="straightConnector1">
            <a:avLst/>
          </a:prstGeom>
          <a:ln w="28575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群組 2"/>
          <p:cNvGrpSpPr/>
          <p:nvPr/>
        </p:nvGrpSpPr>
        <p:grpSpPr>
          <a:xfrm>
            <a:off x="2166801" y="4555093"/>
            <a:ext cx="390595" cy="369332"/>
            <a:chOff x="2166801" y="4555093"/>
            <a:chExt cx="390595" cy="369332"/>
          </a:xfrm>
        </p:grpSpPr>
        <p:sp>
          <p:nvSpPr>
            <p:cNvPr id="96" name="矩形 95"/>
            <p:cNvSpPr/>
            <p:nvPr/>
          </p:nvSpPr>
          <p:spPr>
            <a:xfrm>
              <a:off x="2166801" y="4588263"/>
              <a:ext cx="390595" cy="307587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7" name="文字方塊 96"/>
            <p:cNvSpPr txBox="1"/>
            <p:nvPr/>
          </p:nvSpPr>
          <p:spPr>
            <a:xfrm>
              <a:off x="2183109" y="4555093"/>
              <a:ext cx="3513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" name="群組 6"/>
          <p:cNvGrpSpPr/>
          <p:nvPr/>
        </p:nvGrpSpPr>
        <p:grpSpPr>
          <a:xfrm>
            <a:off x="5527845" y="2645731"/>
            <a:ext cx="2802670" cy="1992944"/>
            <a:chOff x="5527845" y="2645731"/>
            <a:chExt cx="2802670" cy="1992944"/>
          </a:xfrm>
        </p:grpSpPr>
        <p:cxnSp>
          <p:nvCxnSpPr>
            <p:cNvPr id="72" name="直線接點 71"/>
            <p:cNvCxnSpPr>
              <a:stCxn id="77" idx="4"/>
              <a:endCxn id="84" idx="0"/>
            </p:cNvCxnSpPr>
            <p:nvPr/>
          </p:nvCxnSpPr>
          <p:spPr>
            <a:xfrm flipH="1">
              <a:off x="6477548" y="2987662"/>
              <a:ext cx="364701" cy="390926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橢圓 72"/>
            <p:cNvSpPr/>
            <p:nvPr/>
          </p:nvSpPr>
          <p:spPr>
            <a:xfrm>
              <a:off x="6992835" y="320107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74" name="直線接點 73"/>
            <p:cNvCxnSpPr>
              <a:stCxn id="73" idx="4"/>
              <a:endCxn id="82" idx="0"/>
            </p:cNvCxnSpPr>
            <p:nvPr/>
          </p:nvCxnSpPr>
          <p:spPr>
            <a:xfrm>
              <a:off x="7136835" y="3489072"/>
              <a:ext cx="236707" cy="201189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接點 74"/>
            <p:cNvCxnSpPr>
              <a:stCxn id="73" idx="0"/>
              <a:endCxn id="77" idx="4"/>
            </p:cNvCxnSpPr>
            <p:nvPr/>
          </p:nvCxnSpPr>
          <p:spPr>
            <a:xfrm flipH="1" flipV="1">
              <a:off x="6842249" y="2987662"/>
              <a:ext cx="294586" cy="21341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文字方塊 75"/>
            <p:cNvSpPr txBox="1"/>
            <p:nvPr/>
          </p:nvSpPr>
          <p:spPr>
            <a:xfrm>
              <a:off x="6954046" y="3141356"/>
              <a:ext cx="3513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橢圓 76"/>
            <p:cNvSpPr/>
            <p:nvPr/>
          </p:nvSpPr>
          <p:spPr>
            <a:xfrm>
              <a:off x="6698249" y="269966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78" name="直線接點 77"/>
            <p:cNvCxnSpPr>
              <a:stCxn id="73" idx="4"/>
              <a:endCxn id="86" idx="0"/>
            </p:cNvCxnSpPr>
            <p:nvPr/>
          </p:nvCxnSpPr>
          <p:spPr>
            <a:xfrm flipH="1">
              <a:off x="6930197" y="3489072"/>
              <a:ext cx="206638" cy="19431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文字方塊 78"/>
            <p:cNvSpPr txBox="1"/>
            <p:nvPr/>
          </p:nvSpPr>
          <p:spPr>
            <a:xfrm>
              <a:off x="7218163" y="3150881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文字方塊 79"/>
            <p:cNvSpPr txBox="1"/>
            <p:nvPr/>
          </p:nvSpPr>
          <p:spPr>
            <a:xfrm>
              <a:off x="6466337" y="2650789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文字方塊 80"/>
            <p:cNvSpPr txBox="1"/>
            <p:nvPr/>
          </p:nvSpPr>
          <p:spPr>
            <a:xfrm>
              <a:off x="6665521" y="2645731"/>
              <a:ext cx="3385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矩形 81"/>
            <p:cNvSpPr/>
            <p:nvPr/>
          </p:nvSpPr>
          <p:spPr>
            <a:xfrm>
              <a:off x="7178244" y="3690261"/>
              <a:ext cx="390595" cy="926577"/>
            </a:xfrm>
            <a:prstGeom prst="rect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文字方塊 82"/>
            <p:cNvSpPr txBox="1"/>
            <p:nvPr/>
          </p:nvSpPr>
          <p:spPr>
            <a:xfrm>
              <a:off x="7133546" y="3883981"/>
              <a:ext cx="4924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AR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矩形 83"/>
            <p:cNvSpPr/>
            <p:nvPr/>
          </p:nvSpPr>
          <p:spPr>
            <a:xfrm>
              <a:off x="6282250" y="3378588"/>
              <a:ext cx="390595" cy="926577"/>
            </a:xfrm>
            <a:prstGeom prst="rect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5" name="文字方塊 84"/>
            <p:cNvSpPr txBox="1"/>
            <p:nvPr/>
          </p:nvSpPr>
          <p:spPr>
            <a:xfrm>
              <a:off x="6243964" y="3572308"/>
              <a:ext cx="4796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BL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矩形 85"/>
            <p:cNvSpPr/>
            <p:nvPr/>
          </p:nvSpPr>
          <p:spPr>
            <a:xfrm>
              <a:off x="6734899" y="3683387"/>
              <a:ext cx="390595" cy="926577"/>
            </a:xfrm>
            <a:prstGeom prst="rect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文字方塊 86"/>
            <p:cNvSpPr txBox="1"/>
            <p:nvPr/>
          </p:nvSpPr>
          <p:spPr>
            <a:xfrm>
              <a:off x="6690201" y="3877107"/>
              <a:ext cx="4924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BR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文字方塊 87"/>
            <p:cNvSpPr txBox="1"/>
            <p:nvPr/>
          </p:nvSpPr>
          <p:spPr>
            <a:xfrm>
              <a:off x="5527845" y="3657210"/>
              <a:ext cx="6591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– 1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9" name="直線接點 88"/>
            <p:cNvCxnSpPr/>
            <p:nvPr/>
          </p:nvCxnSpPr>
          <p:spPr>
            <a:xfrm>
              <a:off x="5983102" y="3378588"/>
              <a:ext cx="25152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線接點 89"/>
            <p:cNvCxnSpPr/>
            <p:nvPr/>
          </p:nvCxnSpPr>
          <p:spPr>
            <a:xfrm>
              <a:off x="5983102" y="4283463"/>
              <a:ext cx="25152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線單箭頭接點 90"/>
            <p:cNvCxnSpPr/>
            <p:nvPr/>
          </p:nvCxnSpPr>
          <p:spPr>
            <a:xfrm>
              <a:off x="6106073" y="3378588"/>
              <a:ext cx="0" cy="926577"/>
            </a:xfrm>
            <a:prstGeom prst="straightConnector1">
              <a:avLst/>
            </a:prstGeom>
            <a:ln w="28575"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文字方塊 91"/>
            <p:cNvSpPr txBox="1"/>
            <p:nvPr/>
          </p:nvSpPr>
          <p:spPr>
            <a:xfrm>
              <a:off x="7671360" y="3978262"/>
              <a:ext cx="6591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– 1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3" name="直線接點 92"/>
            <p:cNvCxnSpPr/>
            <p:nvPr/>
          </p:nvCxnSpPr>
          <p:spPr>
            <a:xfrm>
              <a:off x="7602742" y="3699640"/>
              <a:ext cx="25152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線接點 93"/>
            <p:cNvCxnSpPr/>
            <p:nvPr/>
          </p:nvCxnSpPr>
          <p:spPr>
            <a:xfrm>
              <a:off x="7602742" y="4604515"/>
              <a:ext cx="25152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線單箭頭接點 94"/>
            <p:cNvCxnSpPr/>
            <p:nvPr/>
          </p:nvCxnSpPr>
          <p:spPr>
            <a:xfrm>
              <a:off x="7725713" y="3699640"/>
              <a:ext cx="0" cy="926577"/>
            </a:xfrm>
            <a:prstGeom prst="straightConnector1">
              <a:avLst/>
            </a:prstGeom>
            <a:ln w="28575"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矩形 97"/>
            <p:cNvSpPr/>
            <p:nvPr/>
          </p:nvSpPr>
          <p:spPr>
            <a:xfrm>
              <a:off x="6282249" y="4302513"/>
              <a:ext cx="390595" cy="307587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9" name="文字方塊 98"/>
            <p:cNvSpPr txBox="1"/>
            <p:nvPr/>
          </p:nvSpPr>
          <p:spPr>
            <a:xfrm>
              <a:off x="6298557" y="4269343"/>
              <a:ext cx="3513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4" name="向右箭號 103"/>
          <p:cNvSpPr/>
          <p:nvPr/>
        </p:nvSpPr>
        <p:spPr>
          <a:xfrm>
            <a:off x="4731617" y="3640834"/>
            <a:ext cx="246071" cy="3008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5" name="文字方塊 104"/>
          <p:cNvSpPr txBox="1"/>
          <p:nvPr/>
        </p:nvSpPr>
        <p:spPr>
          <a:xfrm>
            <a:off x="2322916" y="5344361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平衡</a:t>
            </a:r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6" name="文字方塊 105"/>
          <p:cNvSpPr txBox="1"/>
          <p:nvPr/>
        </p:nvSpPr>
        <p:spPr>
          <a:xfrm>
            <a:off x="2094041" y="5344361"/>
            <a:ext cx="12105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失去平衡</a:t>
            </a:r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7" name="文字方塊 106"/>
          <p:cNvSpPr txBox="1"/>
          <p:nvPr/>
        </p:nvSpPr>
        <p:spPr>
          <a:xfrm>
            <a:off x="6307657" y="5344361"/>
            <a:ext cx="12105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重新平衡</a:t>
            </a:r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1" name="文字方塊 100"/>
          <p:cNvSpPr txBox="1"/>
          <p:nvPr/>
        </p:nvSpPr>
        <p:spPr>
          <a:xfrm>
            <a:off x="1174408" y="2257312"/>
            <a:ext cx="9541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插入</a:t>
            </a:r>
            <a:endParaRPr lang="en-US" altLang="zh-TW" sz="2000" b="1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2000" b="1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新節點</a:t>
            </a:r>
            <a:endParaRPr lang="zh-TW" altLang="en-US" b="1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2" name="文字方塊 101"/>
          <p:cNvSpPr txBox="1"/>
          <p:nvPr/>
        </p:nvSpPr>
        <p:spPr>
          <a:xfrm>
            <a:off x="4377598" y="2257312"/>
            <a:ext cx="9541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順時針</a:t>
            </a:r>
            <a:endParaRPr lang="en-US" altLang="zh-TW" sz="2000" b="1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2000" b="1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旋轉</a:t>
            </a:r>
            <a:endParaRPr lang="zh-TW" altLang="en-US" sz="2000" b="1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1" name="文字方塊 110"/>
          <p:cNvSpPr txBox="1"/>
          <p:nvPr/>
        </p:nvSpPr>
        <p:spPr>
          <a:xfrm>
            <a:off x="2520643" y="2629465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文字方塊 111"/>
          <p:cNvSpPr txBox="1"/>
          <p:nvPr/>
        </p:nvSpPr>
        <p:spPr>
          <a:xfrm>
            <a:off x="2206967" y="3148548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3791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104" grpId="0" animBg="1"/>
      <p:bldP spid="105" grpId="0"/>
      <p:bldP spid="106" grpId="0"/>
      <p:bldP spid="107" grpId="0"/>
      <p:bldP spid="101" grpId="0"/>
      <p:bldP spid="102" grpId="0"/>
      <p:bldP spid="111" grpId="0"/>
      <p:bldP spid="1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LL</a:t>
            </a:r>
            <a:r>
              <a:rPr lang="zh-TW" altLang="en-US" dirty="0"/>
              <a:t>型旋轉 </a:t>
            </a:r>
            <a:r>
              <a:rPr lang="en-US" altLang="zh-TW" dirty="0" smtClean="0"/>
              <a:t>(2/2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2026/05/13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6</a:t>
            </a:fld>
            <a:endParaRPr lang="en-US" altLang="zh-TW" dirty="0"/>
          </a:p>
        </p:txBody>
      </p:sp>
      <p:sp>
        <p:nvSpPr>
          <p:cNvPr id="11" name="橢圓 10"/>
          <p:cNvSpPr/>
          <p:nvPr/>
        </p:nvSpPr>
        <p:spPr>
          <a:xfrm>
            <a:off x="2857763" y="168686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" name="直線接點 12"/>
          <p:cNvCxnSpPr>
            <a:stCxn id="11" idx="4"/>
            <a:endCxn id="15" idx="0"/>
          </p:cNvCxnSpPr>
          <p:nvPr/>
        </p:nvCxnSpPr>
        <p:spPr>
          <a:xfrm flipH="1">
            <a:off x="2659552" y="1974867"/>
            <a:ext cx="34221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2793093" y="163667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橢圓 14"/>
          <p:cNvSpPr/>
          <p:nvPr/>
        </p:nvSpPr>
        <p:spPr>
          <a:xfrm>
            <a:off x="2515552" y="223320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/>
          <p:cNvSpPr/>
          <p:nvPr/>
        </p:nvSpPr>
        <p:spPr>
          <a:xfrm>
            <a:off x="2149165" y="279809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/>
          <p:cNvSpPr txBox="1"/>
          <p:nvPr/>
        </p:nvSpPr>
        <p:spPr>
          <a:xfrm>
            <a:off x="2625891" y="1636676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2254421" y="2184334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2245176" y="2173691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2449859" y="218048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直線接點 28"/>
          <p:cNvCxnSpPr>
            <a:stCxn id="15" idx="4"/>
            <a:endCxn id="18" idx="0"/>
          </p:cNvCxnSpPr>
          <p:nvPr/>
        </p:nvCxnSpPr>
        <p:spPr>
          <a:xfrm flipH="1">
            <a:off x="2293165" y="2521207"/>
            <a:ext cx="366387" cy="27689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/>
          <p:cNvSpPr txBox="1"/>
          <p:nvPr/>
        </p:nvSpPr>
        <p:spPr>
          <a:xfrm>
            <a:off x="2093537" y="2751158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2631760" y="1636676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1886150" y="2754215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9" name="群組 58"/>
          <p:cNvGrpSpPr/>
          <p:nvPr/>
        </p:nvGrpSpPr>
        <p:grpSpPr>
          <a:xfrm>
            <a:off x="5729364" y="2006008"/>
            <a:ext cx="1433436" cy="930982"/>
            <a:chOff x="1505930" y="4223763"/>
            <a:chExt cx="1433436" cy="930982"/>
          </a:xfrm>
        </p:grpSpPr>
        <p:sp>
          <p:nvSpPr>
            <p:cNvPr id="41" name="橢圓 40"/>
            <p:cNvSpPr/>
            <p:nvPr/>
          </p:nvSpPr>
          <p:spPr>
            <a:xfrm>
              <a:off x="2070528" y="4273954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2" name="直線接點 41"/>
            <p:cNvCxnSpPr>
              <a:stCxn id="41" idx="4"/>
              <a:endCxn id="46" idx="0"/>
            </p:cNvCxnSpPr>
            <p:nvPr/>
          </p:nvCxnSpPr>
          <p:spPr>
            <a:xfrm>
              <a:off x="2214528" y="4561954"/>
              <a:ext cx="349520" cy="26412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接點 42"/>
            <p:cNvCxnSpPr>
              <a:stCxn id="41" idx="4"/>
              <a:endCxn id="45" idx="0"/>
            </p:cNvCxnSpPr>
            <p:nvPr/>
          </p:nvCxnSpPr>
          <p:spPr>
            <a:xfrm flipH="1">
              <a:off x="1872317" y="4561954"/>
              <a:ext cx="342211" cy="2583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文字方塊 43"/>
            <p:cNvSpPr txBox="1"/>
            <p:nvPr/>
          </p:nvSpPr>
          <p:spPr>
            <a:xfrm>
              <a:off x="2012035" y="4223763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橢圓 44"/>
            <p:cNvSpPr/>
            <p:nvPr/>
          </p:nvSpPr>
          <p:spPr>
            <a:xfrm>
              <a:off x="1728317" y="4820294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橢圓 45"/>
            <p:cNvSpPr/>
            <p:nvPr/>
          </p:nvSpPr>
          <p:spPr>
            <a:xfrm>
              <a:off x="2420048" y="4826079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0" name="文字方塊 49"/>
            <p:cNvSpPr txBox="1"/>
            <p:nvPr/>
          </p:nvSpPr>
          <p:spPr>
            <a:xfrm>
              <a:off x="1838656" y="4223763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文字方塊 50"/>
            <p:cNvSpPr txBox="1"/>
            <p:nvPr/>
          </p:nvSpPr>
          <p:spPr>
            <a:xfrm>
              <a:off x="1505930" y="4771421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文字方塊 55"/>
            <p:cNvSpPr txBox="1"/>
            <p:nvPr/>
          </p:nvSpPr>
          <p:spPr>
            <a:xfrm>
              <a:off x="2359838" y="4785413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文字方塊 56"/>
            <p:cNvSpPr txBox="1"/>
            <p:nvPr/>
          </p:nvSpPr>
          <p:spPr>
            <a:xfrm>
              <a:off x="1670264" y="4771421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2639283" y="4771421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0" name="向右箭號 59"/>
          <p:cNvSpPr/>
          <p:nvPr/>
        </p:nvSpPr>
        <p:spPr>
          <a:xfrm>
            <a:off x="4276680" y="2240965"/>
            <a:ext cx="576064" cy="5604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文字方塊 73"/>
          <p:cNvSpPr txBox="1"/>
          <p:nvPr/>
        </p:nvSpPr>
        <p:spPr>
          <a:xfrm>
            <a:off x="2459432" y="4125957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2126706" y="4673615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橢圓 75"/>
          <p:cNvSpPr/>
          <p:nvPr/>
        </p:nvSpPr>
        <p:spPr>
          <a:xfrm>
            <a:off x="1966586" y="576700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7" name="直線接點 76"/>
          <p:cNvCxnSpPr>
            <a:stCxn id="71" idx="4"/>
            <a:endCxn id="76" idx="0"/>
          </p:cNvCxnSpPr>
          <p:nvPr/>
        </p:nvCxnSpPr>
        <p:spPr>
          <a:xfrm flipH="1">
            <a:off x="2110586" y="5531128"/>
            <a:ext cx="173700" cy="23587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字方塊 77"/>
          <p:cNvSpPr txBox="1"/>
          <p:nvPr/>
        </p:nvSpPr>
        <p:spPr>
          <a:xfrm>
            <a:off x="1906878" y="5192937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文字方塊 78"/>
          <p:cNvSpPr txBox="1"/>
          <p:nvPr/>
        </p:nvSpPr>
        <p:spPr>
          <a:xfrm>
            <a:off x="1899037" y="572396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文字方塊 80"/>
          <p:cNvSpPr txBox="1"/>
          <p:nvPr/>
        </p:nvSpPr>
        <p:spPr>
          <a:xfrm>
            <a:off x="2759515" y="5192937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文字方塊 81"/>
          <p:cNvSpPr txBox="1"/>
          <p:nvPr/>
        </p:nvSpPr>
        <p:spPr>
          <a:xfrm>
            <a:off x="3260613" y="4673615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1" name="群組 90"/>
          <p:cNvGrpSpPr/>
          <p:nvPr/>
        </p:nvGrpSpPr>
        <p:grpSpPr>
          <a:xfrm>
            <a:off x="2080553" y="4125957"/>
            <a:ext cx="1312020" cy="1436312"/>
            <a:chOff x="2080553" y="3715605"/>
            <a:chExt cx="1312020" cy="1436312"/>
          </a:xfrm>
        </p:grpSpPr>
        <p:cxnSp>
          <p:nvCxnSpPr>
            <p:cNvPr id="64" name="直線接點 63"/>
            <p:cNvCxnSpPr>
              <a:stCxn id="69" idx="4"/>
              <a:endCxn id="71" idx="0"/>
            </p:cNvCxnSpPr>
            <p:nvPr/>
          </p:nvCxnSpPr>
          <p:spPr>
            <a:xfrm flipH="1">
              <a:off x="2284286" y="4600136"/>
              <a:ext cx="208807" cy="2326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橢圓 64"/>
            <p:cNvSpPr/>
            <p:nvPr/>
          </p:nvSpPr>
          <p:spPr>
            <a:xfrm>
              <a:off x="2691304" y="3765796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6" name="直線接點 65"/>
            <p:cNvCxnSpPr>
              <a:stCxn id="65" idx="4"/>
              <a:endCxn id="70" idx="0"/>
            </p:cNvCxnSpPr>
            <p:nvPr/>
          </p:nvCxnSpPr>
          <p:spPr>
            <a:xfrm>
              <a:off x="2835304" y="4053796"/>
              <a:ext cx="349520" cy="26412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線接點 66"/>
            <p:cNvCxnSpPr>
              <a:stCxn id="65" idx="4"/>
              <a:endCxn id="69" idx="0"/>
            </p:cNvCxnSpPr>
            <p:nvPr/>
          </p:nvCxnSpPr>
          <p:spPr>
            <a:xfrm flipH="1">
              <a:off x="2493093" y="4053796"/>
              <a:ext cx="342211" cy="2583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文字方塊 67"/>
            <p:cNvSpPr txBox="1"/>
            <p:nvPr/>
          </p:nvSpPr>
          <p:spPr>
            <a:xfrm>
              <a:off x="2620455" y="3715605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橢圓 68"/>
            <p:cNvSpPr/>
            <p:nvPr/>
          </p:nvSpPr>
          <p:spPr>
            <a:xfrm>
              <a:off x="2349093" y="4312136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橢圓 69"/>
            <p:cNvSpPr/>
            <p:nvPr/>
          </p:nvSpPr>
          <p:spPr>
            <a:xfrm>
              <a:off x="3040824" y="431792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橢圓 70"/>
            <p:cNvSpPr/>
            <p:nvPr/>
          </p:nvSpPr>
          <p:spPr>
            <a:xfrm>
              <a:off x="2140286" y="4832776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橢圓 71"/>
            <p:cNvSpPr/>
            <p:nvPr/>
          </p:nvSpPr>
          <p:spPr>
            <a:xfrm>
              <a:off x="2537779" y="4832776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73" name="直線接點 72"/>
            <p:cNvCxnSpPr>
              <a:stCxn id="69" idx="4"/>
              <a:endCxn id="72" idx="0"/>
            </p:cNvCxnSpPr>
            <p:nvPr/>
          </p:nvCxnSpPr>
          <p:spPr>
            <a:xfrm>
              <a:off x="2493093" y="4600136"/>
              <a:ext cx="188686" cy="2326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文字方塊 82"/>
            <p:cNvSpPr txBox="1"/>
            <p:nvPr/>
          </p:nvSpPr>
          <p:spPr>
            <a:xfrm>
              <a:off x="2285343" y="4263263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文字方塊 83"/>
            <p:cNvSpPr txBox="1"/>
            <p:nvPr/>
          </p:nvSpPr>
          <p:spPr>
            <a:xfrm>
              <a:off x="2080553" y="4782585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文字方塊 84"/>
            <p:cNvSpPr txBox="1"/>
            <p:nvPr/>
          </p:nvSpPr>
          <p:spPr>
            <a:xfrm>
              <a:off x="2977074" y="4268198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文字方塊 85"/>
            <p:cNvSpPr txBox="1"/>
            <p:nvPr/>
          </p:nvSpPr>
          <p:spPr>
            <a:xfrm>
              <a:off x="2467851" y="4779754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7" name="文字方塊 86"/>
          <p:cNvSpPr txBox="1"/>
          <p:nvPr/>
        </p:nvSpPr>
        <p:spPr>
          <a:xfrm>
            <a:off x="2456808" y="4113201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字方塊 87"/>
          <p:cNvSpPr txBox="1"/>
          <p:nvPr/>
        </p:nvSpPr>
        <p:spPr>
          <a:xfrm>
            <a:off x="2124082" y="4660859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文字方塊 88"/>
          <p:cNvSpPr txBox="1"/>
          <p:nvPr/>
        </p:nvSpPr>
        <p:spPr>
          <a:xfrm>
            <a:off x="1904254" y="5180181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文字方塊 89"/>
          <p:cNvSpPr txBox="1"/>
          <p:nvPr/>
        </p:nvSpPr>
        <p:spPr>
          <a:xfrm>
            <a:off x="1735751" y="5699503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向右箭號 106"/>
          <p:cNvSpPr/>
          <p:nvPr/>
        </p:nvSpPr>
        <p:spPr>
          <a:xfrm>
            <a:off x="4275485" y="4680367"/>
            <a:ext cx="576064" cy="5604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24" name="群組 123"/>
          <p:cNvGrpSpPr/>
          <p:nvPr/>
        </p:nvGrpSpPr>
        <p:grpSpPr>
          <a:xfrm>
            <a:off x="5503099" y="4113396"/>
            <a:ext cx="1865516" cy="1453755"/>
            <a:chOff x="5503099" y="3703044"/>
            <a:chExt cx="1865516" cy="1453755"/>
          </a:xfrm>
        </p:grpSpPr>
        <p:grpSp>
          <p:nvGrpSpPr>
            <p:cNvPr id="117" name="群組 116"/>
            <p:cNvGrpSpPr/>
            <p:nvPr/>
          </p:nvGrpSpPr>
          <p:grpSpPr>
            <a:xfrm>
              <a:off x="5686751" y="3713328"/>
              <a:ext cx="1516351" cy="1437686"/>
              <a:chOff x="5686751" y="3713328"/>
              <a:chExt cx="1516351" cy="1437686"/>
            </a:xfrm>
          </p:grpSpPr>
          <p:cxnSp>
            <p:nvCxnSpPr>
              <p:cNvPr id="93" name="直線接點 92"/>
              <p:cNvCxnSpPr>
                <a:stCxn id="98" idx="4"/>
                <a:endCxn id="100" idx="0"/>
              </p:cNvCxnSpPr>
              <p:nvPr/>
            </p:nvCxnSpPr>
            <p:spPr>
              <a:xfrm flipH="1">
                <a:off x="5890484" y="4597859"/>
                <a:ext cx="208807" cy="232640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" name="橢圓 93"/>
              <p:cNvSpPr/>
              <p:nvPr/>
            </p:nvSpPr>
            <p:spPr>
              <a:xfrm>
                <a:off x="6297502" y="3763519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95" name="直線接點 94"/>
              <p:cNvCxnSpPr>
                <a:stCxn id="94" idx="4"/>
                <a:endCxn id="99" idx="0"/>
              </p:cNvCxnSpPr>
              <p:nvPr/>
            </p:nvCxnSpPr>
            <p:spPr>
              <a:xfrm>
                <a:off x="6441502" y="4051519"/>
                <a:ext cx="349520" cy="264125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直線接點 95"/>
              <p:cNvCxnSpPr>
                <a:stCxn id="94" idx="4"/>
                <a:endCxn id="98" idx="0"/>
              </p:cNvCxnSpPr>
              <p:nvPr/>
            </p:nvCxnSpPr>
            <p:spPr>
              <a:xfrm flipH="1">
                <a:off x="6099291" y="4051519"/>
                <a:ext cx="342211" cy="258340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7" name="文字方塊 96"/>
              <p:cNvSpPr txBox="1"/>
              <p:nvPr/>
            </p:nvSpPr>
            <p:spPr>
              <a:xfrm>
                <a:off x="6226653" y="3713328"/>
                <a:ext cx="415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40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8" name="橢圓 97"/>
              <p:cNvSpPr/>
              <p:nvPr/>
            </p:nvSpPr>
            <p:spPr>
              <a:xfrm>
                <a:off x="5955291" y="4309859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9" name="橢圓 98"/>
              <p:cNvSpPr/>
              <p:nvPr/>
            </p:nvSpPr>
            <p:spPr>
              <a:xfrm>
                <a:off x="6647022" y="4315644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0" name="橢圓 99"/>
              <p:cNvSpPr/>
              <p:nvPr/>
            </p:nvSpPr>
            <p:spPr>
              <a:xfrm>
                <a:off x="5746484" y="4830499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02" name="直線接點 101"/>
              <p:cNvCxnSpPr>
                <a:stCxn id="99" idx="4"/>
                <a:endCxn id="108" idx="0"/>
              </p:cNvCxnSpPr>
              <p:nvPr/>
            </p:nvCxnSpPr>
            <p:spPr>
              <a:xfrm flipH="1">
                <a:off x="6592992" y="4603644"/>
                <a:ext cx="198030" cy="226855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3" name="文字方塊 102"/>
              <p:cNvSpPr txBox="1"/>
              <p:nvPr/>
            </p:nvSpPr>
            <p:spPr>
              <a:xfrm>
                <a:off x="5891541" y="4260986"/>
                <a:ext cx="415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30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4" name="文字方塊 103"/>
              <p:cNvSpPr txBox="1"/>
              <p:nvPr/>
            </p:nvSpPr>
            <p:spPr>
              <a:xfrm>
                <a:off x="5686751" y="4780308"/>
                <a:ext cx="415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5" name="文字方塊 104"/>
              <p:cNvSpPr txBox="1"/>
              <p:nvPr/>
            </p:nvSpPr>
            <p:spPr>
              <a:xfrm>
                <a:off x="6588140" y="4267295"/>
                <a:ext cx="415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50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8" name="橢圓 107"/>
              <p:cNvSpPr/>
              <p:nvPr/>
            </p:nvSpPr>
            <p:spPr>
              <a:xfrm>
                <a:off x="6448992" y="4830499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9" name="橢圓 108"/>
              <p:cNvSpPr/>
              <p:nvPr/>
            </p:nvSpPr>
            <p:spPr>
              <a:xfrm>
                <a:off x="6846485" y="4830499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0" name="文字方塊 109"/>
              <p:cNvSpPr txBox="1"/>
              <p:nvPr/>
            </p:nvSpPr>
            <p:spPr>
              <a:xfrm>
                <a:off x="6381771" y="4781682"/>
                <a:ext cx="415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45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1" name="文字方塊 110"/>
              <p:cNvSpPr txBox="1"/>
              <p:nvPr/>
            </p:nvSpPr>
            <p:spPr>
              <a:xfrm>
                <a:off x="6787603" y="4778851"/>
                <a:ext cx="415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60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14" name="直線接點 113"/>
              <p:cNvCxnSpPr>
                <a:stCxn id="99" idx="4"/>
                <a:endCxn id="109" idx="0"/>
              </p:cNvCxnSpPr>
              <p:nvPr/>
            </p:nvCxnSpPr>
            <p:spPr>
              <a:xfrm>
                <a:off x="6791022" y="4603644"/>
                <a:ext cx="199463" cy="226855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8" name="文字方塊 117"/>
            <p:cNvSpPr txBox="1"/>
            <p:nvPr/>
          </p:nvSpPr>
          <p:spPr>
            <a:xfrm>
              <a:off x="7068532" y="4781102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9" name="文字方塊 118"/>
            <p:cNvSpPr txBox="1"/>
            <p:nvPr/>
          </p:nvSpPr>
          <p:spPr>
            <a:xfrm>
              <a:off x="6214808" y="4787467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0" name="文字方塊 119"/>
            <p:cNvSpPr txBox="1"/>
            <p:nvPr/>
          </p:nvSpPr>
          <p:spPr>
            <a:xfrm>
              <a:off x="5503099" y="4787467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1" name="文字方塊 120"/>
            <p:cNvSpPr txBox="1"/>
            <p:nvPr/>
          </p:nvSpPr>
          <p:spPr>
            <a:xfrm>
              <a:off x="6873121" y="4267158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2" name="文字方塊 121"/>
            <p:cNvSpPr txBox="1"/>
            <p:nvPr/>
          </p:nvSpPr>
          <p:spPr>
            <a:xfrm>
              <a:off x="6059320" y="3703044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" name="文字方塊 122"/>
            <p:cNvSpPr txBox="1"/>
            <p:nvPr/>
          </p:nvSpPr>
          <p:spPr>
            <a:xfrm>
              <a:off x="5729366" y="4268145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26" name="直線單箭頭接點 125"/>
          <p:cNvCxnSpPr/>
          <p:nvPr/>
        </p:nvCxnSpPr>
        <p:spPr>
          <a:xfrm flipH="1" flipV="1">
            <a:off x="2648898" y="1837626"/>
            <a:ext cx="7790" cy="396000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線單箭頭接點 126"/>
          <p:cNvCxnSpPr/>
          <p:nvPr/>
        </p:nvCxnSpPr>
        <p:spPr>
          <a:xfrm flipH="1" flipV="1">
            <a:off x="2485671" y="4328456"/>
            <a:ext cx="7790" cy="396000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1483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0" grpId="0"/>
      <p:bldP spid="20" grpId="1"/>
      <p:bldP spid="21" grpId="0"/>
      <p:bldP spid="21" grpId="1"/>
      <p:bldP spid="24" grpId="0"/>
      <p:bldP spid="34" grpId="0"/>
      <p:bldP spid="35" grpId="0"/>
      <p:bldP spid="36" grpId="0"/>
      <p:bldP spid="60" grpId="0" animBg="1"/>
      <p:bldP spid="74" grpId="0"/>
      <p:bldP spid="74" grpId="1"/>
      <p:bldP spid="75" grpId="0"/>
      <p:bldP spid="75" grpId="1"/>
      <p:bldP spid="76" grpId="0" animBg="1"/>
      <p:bldP spid="78" grpId="0"/>
      <p:bldP spid="78" grpId="1"/>
      <p:bldP spid="79" grpId="0"/>
      <p:bldP spid="81" grpId="0"/>
      <p:bldP spid="82" grpId="0"/>
      <p:bldP spid="87" grpId="0"/>
      <p:bldP spid="88" grpId="0"/>
      <p:bldP spid="89" grpId="0"/>
      <p:bldP spid="90" grpId="0"/>
      <p:bldP spid="10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 smtClean="0">
                <a:solidFill>
                  <a:srgbClr val="C00000"/>
                </a:solidFill>
                <a:sym typeface="Symbol" pitchFamily="18" charset="2"/>
              </a:rPr>
              <a:t>RR</a:t>
            </a:r>
            <a:r>
              <a:rPr lang="zh-TW" altLang="en-US" dirty="0">
                <a:sym typeface="Symbol" pitchFamily="18" charset="2"/>
              </a:rPr>
              <a:t>型：新節點</a:t>
            </a:r>
            <a:r>
              <a:rPr lang="en-US" altLang="zh-TW" i="1" dirty="0">
                <a:sym typeface="Symbol" pitchFamily="18" charset="2"/>
              </a:rPr>
              <a:t>N</a:t>
            </a:r>
            <a:r>
              <a:rPr lang="zh-TW" altLang="en-US" dirty="0">
                <a:sym typeface="Symbol" pitchFamily="18" charset="2"/>
              </a:rPr>
              <a:t>插入到節點</a:t>
            </a:r>
            <a:r>
              <a:rPr lang="en-US" altLang="zh-TW" i="1" dirty="0">
                <a:sym typeface="Symbol" pitchFamily="18" charset="2"/>
              </a:rPr>
              <a:t>A</a:t>
            </a:r>
            <a:r>
              <a:rPr lang="zh-TW" altLang="en-US" dirty="0">
                <a:sym typeface="Symbol" pitchFamily="18" charset="2"/>
              </a:rPr>
              <a:t>的</a:t>
            </a:r>
            <a:r>
              <a:rPr lang="zh-TW" altLang="en-US" dirty="0">
                <a:solidFill>
                  <a:srgbClr val="C00000"/>
                </a:solidFill>
                <a:sym typeface="Symbol" pitchFamily="18" charset="2"/>
              </a:rPr>
              <a:t>右</a:t>
            </a:r>
            <a:r>
              <a:rPr lang="zh-TW" altLang="en-US" dirty="0" smtClean="0">
                <a:solidFill>
                  <a:srgbClr val="C00000"/>
                </a:solidFill>
                <a:sym typeface="Symbol" pitchFamily="18" charset="2"/>
              </a:rPr>
              <a:t>兒子</a:t>
            </a:r>
            <a:r>
              <a:rPr lang="en-US" altLang="zh-TW" dirty="0" smtClean="0">
                <a:solidFill>
                  <a:srgbClr val="C00000"/>
                </a:solidFill>
                <a:sym typeface="Symbol" pitchFamily="18" charset="2"/>
              </a:rPr>
              <a:t>(R)</a:t>
            </a:r>
            <a:r>
              <a:rPr lang="zh-TW" altLang="en-US" dirty="0" smtClean="0">
                <a:sym typeface="Symbol" pitchFamily="18" charset="2"/>
              </a:rPr>
              <a:t>的</a:t>
            </a:r>
            <a:r>
              <a:rPr lang="zh-TW" altLang="en-US" dirty="0">
                <a:solidFill>
                  <a:srgbClr val="C00000"/>
                </a:solidFill>
                <a:sym typeface="Symbol" pitchFamily="18" charset="2"/>
              </a:rPr>
              <a:t>右子</a:t>
            </a:r>
            <a:r>
              <a:rPr lang="zh-TW" altLang="en-US" dirty="0" smtClean="0">
                <a:solidFill>
                  <a:srgbClr val="C00000"/>
                </a:solidFill>
                <a:sym typeface="Symbol" pitchFamily="18" charset="2"/>
              </a:rPr>
              <a:t>樹</a:t>
            </a:r>
            <a:r>
              <a:rPr lang="en-US" altLang="zh-TW" dirty="0" smtClean="0">
                <a:solidFill>
                  <a:srgbClr val="C00000"/>
                </a:solidFill>
                <a:sym typeface="Symbol" pitchFamily="18" charset="2"/>
              </a:rPr>
              <a:t>(R)</a:t>
            </a:r>
            <a:endParaRPr lang="zh-TW" altLang="en-US" dirty="0">
              <a:solidFill>
                <a:srgbClr val="C00000"/>
              </a:solidFill>
              <a:sym typeface="Symbol" pitchFamily="18" charset="2"/>
            </a:endParaRPr>
          </a:p>
          <a:p>
            <a:pPr lvl="1"/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RR</a:t>
            </a:r>
            <a:r>
              <a:rPr lang="zh-TW" altLang="en-US" dirty="0" smtClean="0"/>
              <a:t>型旋轉 </a:t>
            </a:r>
            <a:r>
              <a:rPr lang="en-US" altLang="zh-TW" dirty="0" smtClean="0"/>
              <a:t>(1/2)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2026/05/13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9" name="橢圓 8"/>
          <p:cNvSpPr/>
          <p:nvPr/>
        </p:nvSpPr>
        <p:spPr>
          <a:xfrm>
            <a:off x="2796691" y="267719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" name="直線接點 9"/>
          <p:cNvCxnSpPr>
            <a:stCxn id="9" idx="4"/>
            <a:endCxn id="25" idx="0"/>
          </p:cNvCxnSpPr>
          <p:nvPr/>
        </p:nvCxnSpPr>
        <p:spPr>
          <a:xfrm flipH="1">
            <a:off x="2594790" y="2965198"/>
            <a:ext cx="345901" cy="258339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>
            <a:stCxn id="9" idx="4"/>
            <a:endCxn id="13" idx="0"/>
          </p:cNvCxnSpPr>
          <p:nvPr/>
        </p:nvCxnSpPr>
        <p:spPr>
          <a:xfrm>
            <a:off x="2940691" y="2965198"/>
            <a:ext cx="333314" cy="22976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2757902" y="2627007"/>
            <a:ext cx="351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2455357" y="262700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2455357" y="263653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3338018" y="3150881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直線接點 7"/>
          <p:cNvCxnSpPr>
            <a:stCxn id="13" idx="4"/>
            <a:endCxn id="29" idx="0"/>
          </p:cNvCxnSpPr>
          <p:nvPr/>
        </p:nvCxnSpPr>
        <p:spPr>
          <a:xfrm flipH="1">
            <a:off x="3052179" y="3482963"/>
            <a:ext cx="221826" cy="200426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橢圓 12"/>
          <p:cNvSpPr/>
          <p:nvPr/>
        </p:nvSpPr>
        <p:spPr>
          <a:xfrm>
            <a:off x="3130005" y="319496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直線接點 16"/>
          <p:cNvCxnSpPr>
            <a:stCxn id="13" idx="4"/>
            <a:endCxn id="31" idx="0"/>
          </p:cNvCxnSpPr>
          <p:nvPr/>
        </p:nvCxnSpPr>
        <p:spPr>
          <a:xfrm>
            <a:off x="3274005" y="3482963"/>
            <a:ext cx="230823" cy="2004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/>
          <p:cNvSpPr txBox="1"/>
          <p:nvPr/>
        </p:nvSpPr>
        <p:spPr>
          <a:xfrm>
            <a:off x="3349321" y="314609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3097277" y="3141032"/>
            <a:ext cx="338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2856881" y="3683389"/>
            <a:ext cx="390595" cy="926577"/>
          </a:xfrm>
          <a:prstGeom prst="rect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文字方塊 29"/>
          <p:cNvSpPr txBox="1"/>
          <p:nvPr/>
        </p:nvSpPr>
        <p:spPr>
          <a:xfrm>
            <a:off x="2818595" y="3877109"/>
            <a:ext cx="479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309530" y="3683388"/>
            <a:ext cx="390595" cy="926577"/>
          </a:xfrm>
          <a:prstGeom prst="rect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文字方塊 31"/>
          <p:cNvSpPr txBox="1"/>
          <p:nvPr/>
        </p:nvSpPr>
        <p:spPr>
          <a:xfrm>
            <a:off x="3264832" y="3877108"/>
            <a:ext cx="492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3810424" y="3962011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7" name="直線接點 36"/>
          <p:cNvCxnSpPr/>
          <p:nvPr/>
        </p:nvCxnSpPr>
        <p:spPr>
          <a:xfrm>
            <a:off x="3730869" y="3683389"/>
            <a:ext cx="25152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/>
          <p:cNvCxnSpPr/>
          <p:nvPr/>
        </p:nvCxnSpPr>
        <p:spPr>
          <a:xfrm>
            <a:off x="3730869" y="4588264"/>
            <a:ext cx="25152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/>
          <p:nvPr/>
        </p:nvCxnSpPr>
        <p:spPr>
          <a:xfrm>
            <a:off x="3853840" y="3683389"/>
            <a:ext cx="0" cy="926577"/>
          </a:xfrm>
          <a:prstGeom prst="straightConnector1">
            <a:avLst/>
          </a:prstGeom>
          <a:ln w="28575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群組 27"/>
          <p:cNvGrpSpPr/>
          <p:nvPr/>
        </p:nvGrpSpPr>
        <p:grpSpPr>
          <a:xfrm>
            <a:off x="3314059" y="4555093"/>
            <a:ext cx="390595" cy="369332"/>
            <a:chOff x="3314059" y="4555093"/>
            <a:chExt cx="390595" cy="369332"/>
          </a:xfrm>
        </p:grpSpPr>
        <p:sp>
          <p:nvSpPr>
            <p:cNvPr id="96" name="矩形 95"/>
            <p:cNvSpPr/>
            <p:nvPr/>
          </p:nvSpPr>
          <p:spPr>
            <a:xfrm>
              <a:off x="3314059" y="4588263"/>
              <a:ext cx="390595" cy="307587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7" name="文字方塊 96"/>
            <p:cNvSpPr txBox="1"/>
            <p:nvPr/>
          </p:nvSpPr>
          <p:spPr>
            <a:xfrm>
              <a:off x="3330367" y="4555093"/>
              <a:ext cx="3513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群組 19"/>
          <p:cNvGrpSpPr/>
          <p:nvPr/>
        </p:nvGrpSpPr>
        <p:grpSpPr>
          <a:xfrm>
            <a:off x="1650464" y="3223537"/>
            <a:ext cx="1196774" cy="935956"/>
            <a:chOff x="4082996" y="3223537"/>
            <a:chExt cx="1196774" cy="935956"/>
          </a:xfrm>
        </p:grpSpPr>
        <p:sp>
          <p:nvSpPr>
            <p:cNvPr id="25" name="矩形 24"/>
            <p:cNvSpPr/>
            <p:nvPr/>
          </p:nvSpPr>
          <p:spPr>
            <a:xfrm>
              <a:off x="4832024" y="3223537"/>
              <a:ext cx="390595" cy="926577"/>
            </a:xfrm>
            <a:prstGeom prst="rect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文字方塊 26"/>
            <p:cNvSpPr txBox="1"/>
            <p:nvPr/>
          </p:nvSpPr>
          <p:spPr>
            <a:xfrm>
              <a:off x="4787326" y="3417257"/>
              <a:ext cx="4924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AL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文字方塊 40"/>
            <p:cNvSpPr txBox="1"/>
            <p:nvPr/>
          </p:nvSpPr>
          <p:spPr>
            <a:xfrm>
              <a:off x="4082996" y="3511538"/>
              <a:ext cx="6591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– 1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2" name="直線接點 41"/>
            <p:cNvCxnSpPr/>
            <p:nvPr/>
          </p:nvCxnSpPr>
          <p:spPr>
            <a:xfrm>
              <a:off x="4523312" y="3232916"/>
              <a:ext cx="25152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接點 42"/>
            <p:cNvCxnSpPr/>
            <p:nvPr/>
          </p:nvCxnSpPr>
          <p:spPr>
            <a:xfrm>
              <a:off x="4523312" y="4137791"/>
              <a:ext cx="25152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單箭頭接點 43"/>
            <p:cNvCxnSpPr/>
            <p:nvPr/>
          </p:nvCxnSpPr>
          <p:spPr>
            <a:xfrm>
              <a:off x="4646283" y="3232916"/>
              <a:ext cx="0" cy="926577"/>
            </a:xfrm>
            <a:prstGeom prst="straightConnector1">
              <a:avLst/>
            </a:prstGeom>
            <a:ln w="28575"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群組 32"/>
          <p:cNvGrpSpPr/>
          <p:nvPr/>
        </p:nvGrpSpPr>
        <p:grpSpPr>
          <a:xfrm>
            <a:off x="5402722" y="2645731"/>
            <a:ext cx="2802762" cy="1992944"/>
            <a:chOff x="5402722" y="2645731"/>
            <a:chExt cx="2802762" cy="1992944"/>
          </a:xfrm>
        </p:grpSpPr>
        <p:cxnSp>
          <p:nvCxnSpPr>
            <p:cNvPr id="72" name="直線接點 71"/>
            <p:cNvCxnSpPr>
              <a:stCxn id="77" idx="4"/>
              <a:endCxn id="84" idx="0"/>
            </p:cNvCxnSpPr>
            <p:nvPr/>
          </p:nvCxnSpPr>
          <p:spPr>
            <a:xfrm>
              <a:off x="6747363" y="2987662"/>
              <a:ext cx="480647" cy="390926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接點 74"/>
            <p:cNvCxnSpPr>
              <a:stCxn id="73" idx="0"/>
              <a:endCxn id="77" idx="4"/>
            </p:cNvCxnSpPr>
            <p:nvPr/>
          </p:nvCxnSpPr>
          <p:spPr>
            <a:xfrm flipV="1">
              <a:off x="6550267" y="2987662"/>
              <a:ext cx="197096" cy="21341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橢圓 76"/>
            <p:cNvSpPr/>
            <p:nvPr/>
          </p:nvSpPr>
          <p:spPr>
            <a:xfrm>
              <a:off x="6603363" y="269966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0" name="文字方塊 79"/>
            <p:cNvSpPr txBox="1"/>
            <p:nvPr/>
          </p:nvSpPr>
          <p:spPr>
            <a:xfrm>
              <a:off x="6371451" y="2650789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文字方塊 80"/>
            <p:cNvSpPr txBox="1"/>
            <p:nvPr/>
          </p:nvSpPr>
          <p:spPr>
            <a:xfrm>
              <a:off x="6570635" y="2645731"/>
              <a:ext cx="3385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1" name="群組 20"/>
            <p:cNvGrpSpPr/>
            <p:nvPr/>
          </p:nvGrpSpPr>
          <p:grpSpPr>
            <a:xfrm>
              <a:off x="7458148" y="3378588"/>
              <a:ext cx="747336" cy="926577"/>
              <a:chOff x="6630052" y="3378588"/>
              <a:chExt cx="747336" cy="926577"/>
            </a:xfrm>
          </p:grpSpPr>
          <p:sp>
            <p:nvSpPr>
              <p:cNvPr id="88" name="文字方塊 87"/>
              <p:cNvSpPr txBox="1"/>
              <p:nvPr/>
            </p:nvSpPr>
            <p:spPr>
              <a:xfrm>
                <a:off x="6718233" y="3657210"/>
                <a:ext cx="6591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i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altLang="zh-TW" b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1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89" name="直線接點 88"/>
              <p:cNvCxnSpPr/>
              <p:nvPr/>
            </p:nvCxnSpPr>
            <p:spPr>
              <a:xfrm>
                <a:off x="6630052" y="3378588"/>
                <a:ext cx="251523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線接點 89"/>
              <p:cNvCxnSpPr/>
              <p:nvPr/>
            </p:nvCxnSpPr>
            <p:spPr>
              <a:xfrm>
                <a:off x="6630052" y="4283463"/>
                <a:ext cx="251523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直線單箭頭接點 90"/>
              <p:cNvCxnSpPr/>
              <p:nvPr/>
            </p:nvCxnSpPr>
            <p:spPr>
              <a:xfrm>
                <a:off x="6753023" y="3378588"/>
                <a:ext cx="0" cy="926577"/>
              </a:xfrm>
              <a:prstGeom prst="straightConnector1">
                <a:avLst/>
              </a:prstGeom>
              <a:ln w="28575"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群組 22"/>
            <p:cNvGrpSpPr/>
            <p:nvPr/>
          </p:nvGrpSpPr>
          <p:grpSpPr>
            <a:xfrm>
              <a:off x="6988014" y="3378588"/>
              <a:ext cx="492444" cy="1260087"/>
              <a:chOff x="6884502" y="3378588"/>
              <a:chExt cx="492444" cy="1260087"/>
            </a:xfrm>
          </p:grpSpPr>
          <p:sp>
            <p:nvSpPr>
              <p:cNvPr id="84" name="矩形 83"/>
              <p:cNvSpPr/>
              <p:nvPr/>
            </p:nvSpPr>
            <p:spPr>
              <a:xfrm>
                <a:off x="6929200" y="3378588"/>
                <a:ext cx="390595" cy="926577"/>
              </a:xfrm>
              <a:prstGeom prst="rect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5" name="文字方塊 84"/>
              <p:cNvSpPr txBox="1"/>
              <p:nvPr/>
            </p:nvSpPr>
            <p:spPr>
              <a:xfrm>
                <a:off x="6884502" y="3572308"/>
                <a:ext cx="4924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BR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8" name="矩形 97"/>
              <p:cNvSpPr/>
              <p:nvPr/>
            </p:nvSpPr>
            <p:spPr>
              <a:xfrm>
                <a:off x="6929199" y="4302513"/>
                <a:ext cx="390595" cy="307587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9" name="文字方塊 98"/>
              <p:cNvSpPr txBox="1"/>
              <p:nvPr/>
            </p:nvSpPr>
            <p:spPr>
              <a:xfrm>
                <a:off x="6945507" y="4269343"/>
                <a:ext cx="3513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6" name="群組 25"/>
            <p:cNvGrpSpPr/>
            <p:nvPr/>
          </p:nvGrpSpPr>
          <p:grpSpPr>
            <a:xfrm>
              <a:off x="5402722" y="3141356"/>
              <a:ext cx="1630288" cy="1484861"/>
              <a:chOff x="6636240" y="3141356"/>
              <a:chExt cx="1630288" cy="1484861"/>
            </a:xfrm>
          </p:grpSpPr>
          <p:sp>
            <p:nvSpPr>
              <p:cNvPr id="73" name="橢圓 72"/>
              <p:cNvSpPr/>
              <p:nvPr/>
            </p:nvSpPr>
            <p:spPr>
              <a:xfrm>
                <a:off x="7639785" y="3201072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74" name="直線接點 73"/>
              <p:cNvCxnSpPr>
                <a:stCxn id="73" idx="4"/>
                <a:endCxn id="82" idx="0"/>
              </p:cNvCxnSpPr>
              <p:nvPr/>
            </p:nvCxnSpPr>
            <p:spPr>
              <a:xfrm>
                <a:off x="7783785" y="3489072"/>
                <a:ext cx="236707" cy="201189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文字方塊 75"/>
              <p:cNvSpPr txBox="1"/>
              <p:nvPr/>
            </p:nvSpPr>
            <p:spPr>
              <a:xfrm>
                <a:off x="7600996" y="3141356"/>
                <a:ext cx="3513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78" name="直線接點 77"/>
              <p:cNvCxnSpPr>
                <a:stCxn id="73" idx="4"/>
                <a:endCxn id="86" idx="0"/>
              </p:cNvCxnSpPr>
              <p:nvPr/>
            </p:nvCxnSpPr>
            <p:spPr>
              <a:xfrm flipH="1">
                <a:off x="7577147" y="3489072"/>
                <a:ext cx="206638" cy="194315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文字方塊 78"/>
              <p:cNvSpPr txBox="1"/>
              <p:nvPr/>
            </p:nvSpPr>
            <p:spPr>
              <a:xfrm>
                <a:off x="7407935" y="3150881"/>
                <a:ext cx="3000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" name="矩形 81"/>
              <p:cNvSpPr/>
              <p:nvPr/>
            </p:nvSpPr>
            <p:spPr>
              <a:xfrm>
                <a:off x="7825194" y="3690261"/>
                <a:ext cx="390595" cy="926577"/>
              </a:xfrm>
              <a:prstGeom prst="rect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3" name="文字方塊 82"/>
              <p:cNvSpPr txBox="1"/>
              <p:nvPr/>
            </p:nvSpPr>
            <p:spPr>
              <a:xfrm>
                <a:off x="7786909" y="3883981"/>
                <a:ext cx="47961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6" name="矩形 85"/>
              <p:cNvSpPr/>
              <p:nvPr/>
            </p:nvSpPr>
            <p:spPr>
              <a:xfrm>
                <a:off x="7381849" y="3683387"/>
                <a:ext cx="390595" cy="926577"/>
              </a:xfrm>
              <a:prstGeom prst="rect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7" name="文字方塊 86"/>
              <p:cNvSpPr txBox="1"/>
              <p:nvPr/>
            </p:nvSpPr>
            <p:spPr>
              <a:xfrm>
                <a:off x="7343564" y="3877107"/>
                <a:ext cx="47961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2" name="群組 21"/>
              <p:cNvGrpSpPr/>
              <p:nvPr/>
            </p:nvGrpSpPr>
            <p:grpSpPr>
              <a:xfrm>
                <a:off x="6636240" y="3699640"/>
                <a:ext cx="691839" cy="926577"/>
                <a:chOff x="6636240" y="3699640"/>
                <a:chExt cx="691839" cy="926577"/>
              </a:xfrm>
            </p:grpSpPr>
            <p:sp>
              <p:nvSpPr>
                <p:cNvPr id="92" name="文字方塊 91"/>
                <p:cNvSpPr txBox="1"/>
                <p:nvPr/>
              </p:nvSpPr>
              <p:spPr>
                <a:xfrm>
                  <a:off x="6636240" y="3978262"/>
                  <a:ext cx="65915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zh-TW" b="1" i="1" dirty="0" smtClean="0">
                      <a:solidFill>
                        <a:srgbClr val="C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h</a:t>
                  </a:r>
                  <a:r>
                    <a:rPr lang="en-US" altLang="zh-TW" b="1" dirty="0" smtClean="0">
                      <a:solidFill>
                        <a:srgbClr val="C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– 1</a:t>
                  </a:r>
                  <a:endParaRPr lang="zh-TW" altLang="en-US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93" name="直線接點 92"/>
                <p:cNvCxnSpPr/>
                <p:nvPr/>
              </p:nvCxnSpPr>
              <p:spPr>
                <a:xfrm>
                  <a:off x="7076556" y="3699640"/>
                  <a:ext cx="251523" cy="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直線接點 93"/>
                <p:cNvCxnSpPr/>
                <p:nvPr/>
              </p:nvCxnSpPr>
              <p:spPr>
                <a:xfrm>
                  <a:off x="7076556" y="4604515"/>
                  <a:ext cx="251523" cy="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直線單箭頭接點 94"/>
                <p:cNvCxnSpPr/>
                <p:nvPr/>
              </p:nvCxnSpPr>
              <p:spPr>
                <a:xfrm>
                  <a:off x="7199527" y="3699640"/>
                  <a:ext cx="0" cy="926577"/>
                </a:xfrm>
                <a:prstGeom prst="straightConnector1">
                  <a:avLst/>
                </a:prstGeom>
                <a:ln w="28575">
                  <a:headEnd type="arrow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01" name="向右箭號 100"/>
          <p:cNvSpPr/>
          <p:nvPr/>
        </p:nvSpPr>
        <p:spPr>
          <a:xfrm>
            <a:off x="4731617" y="3640834"/>
            <a:ext cx="246071" cy="3008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2" name="文字方塊 101"/>
          <p:cNvSpPr txBox="1"/>
          <p:nvPr/>
        </p:nvSpPr>
        <p:spPr>
          <a:xfrm>
            <a:off x="2322916" y="5344361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平衡</a:t>
            </a:r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8" name="文字方塊 107"/>
          <p:cNvSpPr txBox="1"/>
          <p:nvPr/>
        </p:nvSpPr>
        <p:spPr>
          <a:xfrm>
            <a:off x="2094041" y="5344361"/>
            <a:ext cx="12105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失去平衡</a:t>
            </a:r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9" name="文字方塊 108"/>
          <p:cNvSpPr txBox="1"/>
          <p:nvPr/>
        </p:nvSpPr>
        <p:spPr>
          <a:xfrm>
            <a:off x="6307657" y="5344361"/>
            <a:ext cx="12105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重新平衡</a:t>
            </a:r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0" name="文字方塊 109"/>
          <p:cNvSpPr txBox="1"/>
          <p:nvPr/>
        </p:nvSpPr>
        <p:spPr>
          <a:xfrm>
            <a:off x="1174408" y="2257312"/>
            <a:ext cx="9541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插入</a:t>
            </a:r>
            <a:endParaRPr lang="en-US" altLang="zh-TW" sz="2000" b="1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2000" b="1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新節點</a:t>
            </a:r>
            <a:endParaRPr lang="zh-TW" altLang="en-US" b="1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1" name="文字方塊 110"/>
          <p:cNvSpPr txBox="1"/>
          <p:nvPr/>
        </p:nvSpPr>
        <p:spPr>
          <a:xfrm>
            <a:off x="4377598" y="2257312"/>
            <a:ext cx="9541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逆時針</a:t>
            </a:r>
            <a:endParaRPr lang="en-US" altLang="zh-TW" sz="2000" b="1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2000" b="1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旋轉</a:t>
            </a:r>
            <a:endParaRPr lang="zh-TW" altLang="en-US" sz="2000" b="1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3437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54" grpId="0"/>
      <p:bldP spid="55" grpId="0"/>
      <p:bldP spid="19" grpId="0"/>
      <p:bldP spid="101" grpId="0" animBg="1"/>
      <p:bldP spid="102" grpId="0"/>
      <p:bldP spid="108" grpId="0"/>
      <p:bldP spid="109" grpId="0"/>
      <p:bldP spid="110" grpId="0"/>
      <p:bldP spid="1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RR</a:t>
            </a:r>
            <a:r>
              <a:rPr lang="zh-TW" altLang="en-US" dirty="0" smtClean="0"/>
              <a:t>型</a:t>
            </a:r>
            <a:r>
              <a:rPr lang="zh-TW" altLang="en-US" dirty="0"/>
              <a:t>旋轉 </a:t>
            </a:r>
            <a:r>
              <a:rPr lang="en-US" altLang="zh-TW" dirty="0" smtClean="0"/>
              <a:t>(2/2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2026/05/13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8</a:t>
            </a:fld>
            <a:endParaRPr lang="en-US" altLang="zh-TW" dirty="0"/>
          </a:p>
        </p:txBody>
      </p:sp>
      <p:sp>
        <p:nvSpPr>
          <p:cNvPr id="11" name="橢圓 10"/>
          <p:cNvSpPr/>
          <p:nvPr/>
        </p:nvSpPr>
        <p:spPr>
          <a:xfrm>
            <a:off x="2139576" y="168686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" name="直線接點 12"/>
          <p:cNvCxnSpPr>
            <a:stCxn id="11" idx="4"/>
            <a:endCxn id="15" idx="0"/>
          </p:cNvCxnSpPr>
          <p:nvPr/>
        </p:nvCxnSpPr>
        <p:spPr>
          <a:xfrm>
            <a:off x="2283576" y="1974867"/>
            <a:ext cx="37597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2074906" y="163667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橢圓 14"/>
          <p:cNvSpPr/>
          <p:nvPr/>
        </p:nvSpPr>
        <p:spPr>
          <a:xfrm>
            <a:off x="2515552" y="223320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/>
          <p:cNvSpPr/>
          <p:nvPr/>
        </p:nvSpPr>
        <p:spPr>
          <a:xfrm>
            <a:off x="2843977" y="279809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/>
          <p:cNvSpPr txBox="1"/>
          <p:nvPr/>
        </p:nvSpPr>
        <p:spPr>
          <a:xfrm>
            <a:off x="1794578" y="163667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2254421" y="2184334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2144328" y="217369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2449859" y="218048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直線接點 28"/>
          <p:cNvCxnSpPr>
            <a:stCxn id="15" idx="4"/>
            <a:endCxn id="18" idx="0"/>
          </p:cNvCxnSpPr>
          <p:nvPr/>
        </p:nvCxnSpPr>
        <p:spPr>
          <a:xfrm>
            <a:off x="2659552" y="2521207"/>
            <a:ext cx="328425" cy="27689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/>
          <p:cNvSpPr txBox="1"/>
          <p:nvPr/>
        </p:nvSpPr>
        <p:spPr>
          <a:xfrm>
            <a:off x="2788349" y="2751158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1780238" y="163667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2580962" y="2754215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9" name="群組 58"/>
          <p:cNvGrpSpPr/>
          <p:nvPr/>
        </p:nvGrpSpPr>
        <p:grpSpPr>
          <a:xfrm>
            <a:off x="5729364" y="2006008"/>
            <a:ext cx="1433436" cy="930982"/>
            <a:chOff x="1505930" y="4223763"/>
            <a:chExt cx="1433436" cy="930982"/>
          </a:xfrm>
        </p:grpSpPr>
        <p:sp>
          <p:nvSpPr>
            <p:cNvPr id="41" name="橢圓 40"/>
            <p:cNvSpPr/>
            <p:nvPr/>
          </p:nvSpPr>
          <p:spPr>
            <a:xfrm>
              <a:off x="2070528" y="4273954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2" name="直線接點 41"/>
            <p:cNvCxnSpPr>
              <a:stCxn id="41" idx="4"/>
              <a:endCxn id="46" idx="0"/>
            </p:cNvCxnSpPr>
            <p:nvPr/>
          </p:nvCxnSpPr>
          <p:spPr>
            <a:xfrm>
              <a:off x="2214528" y="4561954"/>
              <a:ext cx="349520" cy="26412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接點 42"/>
            <p:cNvCxnSpPr>
              <a:stCxn id="41" idx="4"/>
              <a:endCxn id="45" idx="0"/>
            </p:cNvCxnSpPr>
            <p:nvPr/>
          </p:nvCxnSpPr>
          <p:spPr>
            <a:xfrm flipH="1">
              <a:off x="1872317" y="4561954"/>
              <a:ext cx="342211" cy="2583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文字方塊 43"/>
            <p:cNvSpPr txBox="1"/>
            <p:nvPr/>
          </p:nvSpPr>
          <p:spPr>
            <a:xfrm>
              <a:off x="2012035" y="4223763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橢圓 44"/>
            <p:cNvSpPr/>
            <p:nvPr/>
          </p:nvSpPr>
          <p:spPr>
            <a:xfrm>
              <a:off x="1728317" y="4820294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橢圓 45"/>
            <p:cNvSpPr/>
            <p:nvPr/>
          </p:nvSpPr>
          <p:spPr>
            <a:xfrm>
              <a:off x="2420048" y="4826079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0" name="文字方塊 49"/>
            <p:cNvSpPr txBox="1"/>
            <p:nvPr/>
          </p:nvSpPr>
          <p:spPr>
            <a:xfrm>
              <a:off x="1838656" y="4223763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文字方塊 50"/>
            <p:cNvSpPr txBox="1"/>
            <p:nvPr/>
          </p:nvSpPr>
          <p:spPr>
            <a:xfrm>
              <a:off x="1505930" y="4771421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文字方塊 55"/>
            <p:cNvSpPr txBox="1"/>
            <p:nvPr/>
          </p:nvSpPr>
          <p:spPr>
            <a:xfrm>
              <a:off x="2359838" y="4785413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文字方塊 56"/>
            <p:cNvSpPr txBox="1"/>
            <p:nvPr/>
          </p:nvSpPr>
          <p:spPr>
            <a:xfrm>
              <a:off x="1670264" y="4771421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2639283" y="4771421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0" name="向右箭號 59"/>
          <p:cNvSpPr/>
          <p:nvPr/>
        </p:nvSpPr>
        <p:spPr>
          <a:xfrm>
            <a:off x="4276680" y="2240965"/>
            <a:ext cx="576064" cy="5604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文字方塊 73"/>
          <p:cNvSpPr txBox="1"/>
          <p:nvPr/>
        </p:nvSpPr>
        <p:spPr>
          <a:xfrm>
            <a:off x="2358286" y="4125957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2126706" y="4673615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橢圓 75"/>
          <p:cNvSpPr/>
          <p:nvPr/>
        </p:nvSpPr>
        <p:spPr>
          <a:xfrm>
            <a:off x="3434683" y="576700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7" name="直線接點 76"/>
          <p:cNvCxnSpPr>
            <a:stCxn id="72" idx="4"/>
            <a:endCxn id="76" idx="0"/>
          </p:cNvCxnSpPr>
          <p:nvPr/>
        </p:nvCxnSpPr>
        <p:spPr>
          <a:xfrm>
            <a:off x="3377381" y="5531128"/>
            <a:ext cx="201302" cy="23587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字方塊 77"/>
          <p:cNvSpPr txBox="1"/>
          <p:nvPr/>
        </p:nvSpPr>
        <p:spPr>
          <a:xfrm>
            <a:off x="2602480" y="5192937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文字方塊 78"/>
          <p:cNvSpPr txBox="1"/>
          <p:nvPr/>
        </p:nvSpPr>
        <p:spPr>
          <a:xfrm>
            <a:off x="3367134" y="572396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文字方塊 80"/>
          <p:cNvSpPr txBox="1"/>
          <p:nvPr/>
        </p:nvSpPr>
        <p:spPr>
          <a:xfrm>
            <a:off x="3455117" y="5192937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文字方塊 81"/>
          <p:cNvSpPr txBox="1"/>
          <p:nvPr/>
        </p:nvSpPr>
        <p:spPr>
          <a:xfrm>
            <a:off x="3260613" y="4673615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群組 9"/>
          <p:cNvGrpSpPr/>
          <p:nvPr/>
        </p:nvGrpSpPr>
        <p:grpSpPr>
          <a:xfrm>
            <a:off x="2285343" y="4125957"/>
            <a:ext cx="1299788" cy="1436312"/>
            <a:chOff x="2285343" y="4125957"/>
            <a:chExt cx="1299788" cy="1436312"/>
          </a:xfrm>
        </p:grpSpPr>
        <p:cxnSp>
          <p:nvCxnSpPr>
            <p:cNvPr id="64" name="直線接點 63"/>
            <p:cNvCxnSpPr>
              <a:endCxn id="71" idx="0"/>
            </p:cNvCxnSpPr>
            <p:nvPr/>
          </p:nvCxnSpPr>
          <p:spPr>
            <a:xfrm flipH="1">
              <a:off x="2979888" y="5010488"/>
              <a:ext cx="208807" cy="2326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橢圓 64"/>
            <p:cNvSpPr/>
            <p:nvPr/>
          </p:nvSpPr>
          <p:spPr>
            <a:xfrm>
              <a:off x="2691304" y="4176148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6" name="直線接點 65"/>
            <p:cNvCxnSpPr>
              <a:stCxn id="65" idx="4"/>
              <a:endCxn id="70" idx="0"/>
            </p:cNvCxnSpPr>
            <p:nvPr/>
          </p:nvCxnSpPr>
          <p:spPr>
            <a:xfrm>
              <a:off x="2835304" y="4464148"/>
              <a:ext cx="349520" cy="26412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線接點 66"/>
            <p:cNvCxnSpPr>
              <a:stCxn id="65" idx="4"/>
              <a:endCxn id="69" idx="0"/>
            </p:cNvCxnSpPr>
            <p:nvPr/>
          </p:nvCxnSpPr>
          <p:spPr>
            <a:xfrm flipH="1">
              <a:off x="2493093" y="4464148"/>
              <a:ext cx="342211" cy="2583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文字方塊 67"/>
            <p:cNvSpPr txBox="1"/>
            <p:nvPr/>
          </p:nvSpPr>
          <p:spPr>
            <a:xfrm>
              <a:off x="2620455" y="4125957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橢圓 68"/>
            <p:cNvSpPr/>
            <p:nvPr/>
          </p:nvSpPr>
          <p:spPr>
            <a:xfrm>
              <a:off x="2349093" y="4722488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橢圓 69"/>
            <p:cNvSpPr/>
            <p:nvPr/>
          </p:nvSpPr>
          <p:spPr>
            <a:xfrm>
              <a:off x="3040824" y="4728273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橢圓 70"/>
            <p:cNvSpPr/>
            <p:nvPr/>
          </p:nvSpPr>
          <p:spPr>
            <a:xfrm>
              <a:off x="2835888" y="5243128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橢圓 71"/>
            <p:cNvSpPr/>
            <p:nvPr/>
          </p:nvSpPr>
          <p:spPr>
            <a:xfrm>
              <a:off x="3233381" y="5243128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73" name="直線接點 72"/>
            <p:cNvCxnSpPr>
              <a:endCxn id="72" idx="0"/>
            </p:cNvCxnSpPr>
            <p:nvPr/>
          </p:nvCxnSpPr>
          <p:spPr>
            <a:xfrm>
              <a:off x="3188695" y="5010488"/>
              <a:ext cx="188686" cy="2326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文字方塊 82"/>
            <p:cNvSpPr txBox="1"/>
            <p:nvPr/>
          </p:nvSpPr>
          <p:spPr>
            <a:xfrm>
              <a:off x="2285343" y="4673615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文字方塊 83"/>
            <p:cNvSpPr txBox="1"/>
            <p:nvPr/>
          </p:nvSpPr>
          <p:spPr>
            <a:xfrm>
              <a:off x="2776155" y="5192937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文字方塊 84"/>
            <p:cNvSpPr txBox="1"/>
            <p:nvPr/>
          </p:nvSpPr>
          <p:spPr>
            <a:xfrm>
              <a:off x="2977074" y="4678550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文字方塊 85"/>
            <p:cNvSpPr txBox="1"/>
            <p:nvPr/>
          </p:nvSpPr>
          <p:spPr>
            <a:xfrm>
              <a:off x="3169632" y="5189942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7" name="文字方塊 86"/>
          <p:cNvSpPr txBox="1"/>
          <p:nvPr/>
        </p:nvSpPr>
        <p:spPr>
          <a:xfrm>
            <a:off x="2356301" y="411937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字方塊 87"/>
          <p:cNvSpPr txBox="1"/>
          <p:nvPr/>
        </p:nvSpPr>
        <p:spPr>
          <a:xfrm>
            <a:off x="3279660" y="4667037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文字方塊 88"/>
          <p:cNvSpPr txBox="1"/>
          <p:nvPr/>
        </p:nvSpPr>
        <p:spPr>
          <a:xfrm>
            <a:off x="3489895" y="518635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文字方塊 89"/>
          <p:cNvSpPr txBox="1"/>
          <p:nvPr/>
        </p:nvSpPr>
        <p:spPr>
          <a:xfrm>
            <a:off x="3663019" y="5699503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向右箭號 106"/>
          <p:cNvSpPr/>
          <p:nvPr/>
        </p:nvSpPr>
        <p:spPr>
          <a:xfrm>
            <a:off x="4275485" y="4680367"/>
            <a:ext cx="576064" cy="5604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6" name="群組 15"/>
          <p:cNvGrpSpPr/>
          <p:nvPr/>
        </p:nvGrpSpPr>
        <p:grpSpPr>
          <a:xfrm>
            <a:off x="5503099" y="4113396"/>
            <a:ext cx="1865516" cy="1453755"/>
            <a:chOff x="5503099" y="4113396"/>
            <a:chExt cx="1865516" cy="1453755"/>
          </a:xfrm>
        </p:grpSpPr>
        <p:grpSp>
          <p:nvGrpSpPr>
            <p:cNvPr id="117" name="群組 116"/>
            <p:cNvGrpSpPr/>
            <p:nvPr/>
          </p:nvGrpSpPr>
          <p:grpSpPr>
            <a:xfrm>
              <a:off x="5686751" y="4123680"/>
              <a:ext cx="1516351" cy="1437686"/>
              <a:chOff x="5686751" y="3713328"/>
              <a:chExt cx="1516351" cy="1437686"/>
            </a:xfrm>
          </p:grpSpPr>
          <p:cxnSp>
            <p:nvCxnSpPr>
              <p:cNvPr id="93" name="直線接點 92"/>
              <p:cNvCxnSpPr>
                <a:stCxn id="98" idx="4"/>
                <a:endCxn id="100" idx="0"/>
              </p:cNvCxnSpPr>
              <p:nvPr/>
            </p:nvCxnSpPr>
            <p:spPr>
              <a:xfrm flipH="1">
                <a:off x="5890484" y="4597859"/>
                <a:ext cx="208807" cy="232640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" name="橢圓 93"/>
              <p:cNvSpPr/>
              <p:nvPr/>
            </p:nvSpPr>
            <p:spPr>
              <a:xfrm>
                <a:off x="6297502" y="3763519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95" name="直線接點 94"/>
              <p:cNvCxnSpPr>
                <a:stCxn id="94" idx="4"/>
                <a:endCxn id="99" idx="0"/>
              </p:cNvCxnSpPr>
              <p:nvPr/>
            </p:nvCxnSpPr>
            <p:spPr>
              <a:xfrm>
                <a:off x="6441502" y="4051519"/>
                <a:ext cx="349520" cy="264125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直線接點 95"/>
              <p:cNvCxnSpPr>
                <a:stCxn id="94" idx="4"/>
                <a:endCxn id="98" idx="0"/>
              </p:cNvCxnSpPr>
              <p:nvPr/>
            </p:nvCxnSpPr>
            <p:spPr>
              <a:xfrm flipH="1">
                <a:off x="6099291" y="4051519"/>
                <a:ext cx="342211" cy="258340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7" name="文字方塊 96"/>
              <p:cNvSpPr txBox="1"/>
              <p:nvPr/>
            </p:nvSpPr>
            <p:spPr>
              <a:xfrm>
                <a:off x="6226653" y="3713328"/>
                <a:ext cx="415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60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8" name="橢圓 97"/>
              <p:cNvSpPr/>
              <p:nvPr/>
            </p:nvSpPr>
            <p:spPr>
              <a:xfrm>
                <a:off x="5955291" y="4309859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9" name="橢圓 98"/>
              <p:cNvSpPr/>
              <p:nvPr/>
            </p:nvSpPr>
            <p:spPr>
              <a:xfrm>
                <a:off x="6647022" y="4315644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0" name="橢圓 99"/>
              <p:cNvSpPr/>
              <p:nvPr/>
            </p:nvSpPr>
            <p:spPr>
              <a:xfrm>
                <a:off x="5746484" y="4830499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02" name="直線接點 101"/>
              <p:cNvCxnSpPr>
                <a:stCxn id="98" idx="4"/>
                <a:endCxn id="108" idx="0"/>
              </p:cNvCxnSpPr>
              <p:nvPr/>
            </p:nvCxnSpPr>
            <p:spPr>
              <a:xfrm>
                <a:off x="6099291" y="4597859"/>
                <a:ext cx="231775" cy="232640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3" name="文字方塊 102"/>
              <p:cNvSpPr txBox="1"/>
              <p:nvPr/>
            </p:nvSpPr>
            <p:spPr>
              <a:xfrm>
                <a:off x="5897448" y="4277875"/>
                <a:ext cx="415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50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4" name="文字方塊 103"/>
              <p:cNvSpPr txBox="1"/>
              <p:nvPr/>
            </p:nvSpPr>
            <p:spPr>
              <a:xfrm>
                <a:off x="5686751" y="4780308"/>
                <a:ext cx="415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40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5" name="文字方塊 104"/>
              <p:cNvSpPr txBox="1"/>
              <p:nvPr/>
            </p:nvSpPr>
            <p:spPr>
              <a:xfrm>
                <a:off x="6588140" y="4267295"/>
                <a:ext cx="415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70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8" name="橢圓 107"/>
              <p:cNvSpPr/>
              <p:nvPr/>
            </p:nvSpPr>
            <p:spPr>
              <a:xfrm>
                <a:off x="6187066" y="4830499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9" name="橢圓 108"/>
              <p:cNvSpPr/>
              <p:nvPr/>
            </p:nvSpPr>
            <p:spPr>
              <a:xfrm>
                <a:off x="6846485" y="4830499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0" name="文字方塊 109"/>
              <p:cNvSpPr txBox="1"/>
              <p:nvPr/>
            </p:nvSpPr>
            <p:spPr>
              <a:xfrm>
                <a:off x="6137642" y="4781682"/>
                <a:ext cx="415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55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1" name="文字方塊 110"/>
              <p:cNvSpPr txBox="1"/>
              <p:nvPr/>
            </p:nvSpPr>
            <p:spPr>
              <a:xfrm>
                <a:off x="6787603" y="4778851"/>
                <a:ext cx="415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80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14" name="直線接點 113"/>
              <p:cNvCxnSpPr>
                <a:stCxn id="99" idx="4"/>
                <a:endCxn id="109" idx="0"/>
              </p:cNvCxnSpPr>
              <p:nvPr/>
            </p:nvCxnSpPr>
            <p:spPr>
              <a:xfrm>
                <a:off x="6791022" y="4603644"/>
                <a:ext cx="199463" cy="226855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8" name="文字方塊 117"/>
            <p:cNvSpPr txBox="1"/>
            <p:nvPr/>
          </p:nvSpPr>
          <p:spPr>
            <a:xfrm>
              <a:off x="7068532" y="5191454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9" name="文字方塊 118"/>
            <p:cNvSpPr txBox="1"/>
            <p:nvPr/>
          </p:nvSpPr>
          <p:spPr>
            <a:xfrm>
              <a:off x="6397030" y="5192828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0" name="文字方塊 119"/>
            <p:cNvSpPr txBox="1"/>
            <p:nvPr/>
          </p:nvSpPr>
          <p:spPr>
            <a:xfrm>
              <a:off x="5503099" y="5197819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1" name="文字方塊 120"/>
            <p:cNvSpPr txBox="1"/>
            <p:nvPr/>
          </p:nvSpPr>
          <p:spPr>
            <a:xfrm>
              <a:off x="6877195" y="4677510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–1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2" name="文字方塊 121"/>
            <p:cNvSpPr txBox="1"/>
            <p:nvPr/>
          </p:nvSpPr>
          <p:spPr>
            <a:xfrm>
              <a:off x="6059320" y="4113396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" name="文字方塊 122"/>
            <p:cNvSpPr txBox="1"/>
            <p:nvPr/>
          </p:nvSpPr>
          <p:spPr>
            <a:xfrm>
              <a:off x="5729366" y="4678497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26" name="直線單箭頭接點 125"/>
          <p:cNvCxnSpPr/>
          <p:nvPr/>
        </p:nvCxnSpPr>
        <p:spPr>
          <a:xfrm flipH="1" flipV="1">
            <a:off x="2648898" y="1837626"/>
            <a:ext cx="7790" cy="396000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線單箭頭接點 126"/>
          <p:cNvCxnSpPr/>
          <p:nvPr/>
        </p:nvCxnSpPr>
        <p:spPr>
          <a:xfrm flipH="1" flipV="1">
            <a:off x="3177524" y="4328456"/>
            <a:ext cx="7790" cy="396000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776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0" grpId="0"/>
      <p:bldP spid="20" grpId="1"/>
      <p:bldP spid="21" grpId="0"/>
      <p:bldP spid="21" grpId="1"/>
      <p:bldP spid="24" grpId="0"/>
      <p:bldP spid="34" grpId="0"/>
      <p:bldP spid="35" grpId="0"/>
      <p:bldP spid="36" grpId="0"/>
      <p:bldP spid="60" grpId="0" animBg="1"/>
      <p:bldP spid="74" grpId="0"/>
      <p:bldP spid="74" grpId="1"/>
      <p:bldP spid="75" grpId="0"/>
      <p:bldP spid="76" grpId="0" animBg="1"/>
      <p:bldP spid="78" grpId="0"/>
      <p:bldP spid="79" grpId="0"/>
      <p:bldP spid="81" grpId="0"/>
      <p:bldP spid="81" grpId="1"/>
      <p:bldP spid="82" grpId="0"/>
      <p:bldP spid="82" grpId="1"/>
      <p:bldP spid="87" grpId="0"/>
      <p:bldP spid="88" grpId="0"/>
      <p:bldP spid="89" grpId="0"/>
      <p:bldP spid="90" grpId="0"/>
      <p:bldP spid="10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LR</a:t>
            </a:r>
            <a:r>
              <a:rPr lang="zh-TW" altLang="en-US" dirty="0" smtClean="0"/>
              <a:t>型旋轉 </a:t>
            </a:r>
            <a:r>
              <a:rPr lang="en-US" altLang="zh-TW" dirty="0" smtClean="0"/>
              <a:t>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>
                <a:solidFill>
                  <a:srgbClr val="C00000"/>
                </a:solidFill>
                <a:sym typeface="Symbol" pitchFamily="18" charset="2"/>
              </a:rPr>
              <a:t>LR</a:t>
            </a:r>
            <a:r>
              <a:rPr lang="zh-TW" altLang="en-US" dirty="0">
                <a:sym typeface="Symbol" pitchFamily="18" charset="2"/>
              </a:rPr>
              <a:t>型：新節點</a:t>
            </a:r>
            <a:r>
              <a:rPr lang="en-US" altLang="zh-TW" i="1" dirty="0">
                <a:sym typeface="Symbol" pitchFamily="18" charset="2"/>
              </a:rPr>
              <a:t>N</a:t>
            </a:r>
            <a:r>
              <a:rPr lang="zh-TW" altLang="en-US" dirty="0">
                <a:sym typeface="Symbol" pitchFamily="18" charset="2"/>
              </a:rPr>
              <a:t>插入到節點</a:t>
            </a:r>
            <a:r>
              <a:rPr lang="en-US" altLang="zh-TW" i="1" dirty="0">
                <a:sym typeface="Symbol" pitchFamily="18" charset="2"/>
              </a:rPr>
              <a:t>A</a:t>
            </a:r>
            <a:r>
              <a:rPr lang="zh-TW" altLang="en-US" dirty="0">
                <a:sym typeface="Symbol" pitchFamily="18" charset="2"/>
              </a:rPr>
              <a:t>的</a:t>
            </a:r>
            <a:r>
              <a:rPr lang="zh-TW" altLang="en-US" dirty="0">
                <a:solidFill>
                  <a:srgbClr val="C00000"/>
                </a:solidFill>
                <a:sym typeface="Symbol" pitchFamily="18" charset="2"/>
              </a:rPr>
              <a:t>左兒子</a:t>
            </a:r>
            <a:r>
              <a:rPr lang="en-US" altLang="zh-TW" dirty="0">
                <a:solidFill>
                  <a:srgbClr val="C00000"/>
                </a:solidFill>
                <a:sym typeface="Symbol" pitchFamily="18" charset="2"/>
              </a:rPr>
              <a:t>(L)</a:t>
            </a:r>
            <a:r>
              <a:rPr lang="zh-TW" altLang="en-US" dirty="0">
                <a:sym typeface="Symbol" pitchFamily="18" charset="2"/>
              </a:rPr>
              <a:t>的</a:t>
            </a:r>
            <a:r>
              <a:rPr lang="zh-TW" altLang="en-US" dirty="0">
                <a:solidFill>
                  <a:srgbClr val="C00000"/>
                </a:solidFill>
                <a:sym typeface="Symbol" pitchFamily="18" charset="2"/>
              </a:rPr>
              <a:t>右子樹</a:t>
            </a:r>
            <a:r>
              <a:rPr lang="en-US" altLang="zh-TW" dirty="0">
                <a:solidFill>
                  <a:srgbClr val="C00000"/>
                </a:solidFill>
                <a:sym typeface="Symbol" pitchFamily="18" charset="2"/>
              </a:rPr>
              <a:t>(R)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2026/05/13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18" name="橢圓 117"/>
          <p:cNvSpPr/>
          <p:nvPr/>
        </p:nvSpPr>
        <p:spPr>
          <a:xfrm>
            <a:off x="2411416" y="286751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文字方塊 118"/>
          <p:cNvSpPr txBox="1"/>
          <p:nvPr/>
        </p:nvSpPr>
        <p:spPr>
          <a:xfrm>
            <a:off x="2372627" y="2817322"/>
            <a:ext cx="351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0" name="直線接點 119"/>
          <p:cNvCxnSpPr>
            <a:stCxn id="118" idx="4"/>
            <a:endCxn id="123" idx="0"/>
          </p:cNvCxnSpPr>
          <p:nvPr/>
        </p:nvCxnSpPr>
        <p:spPr>
          <a:xfrm flipH="1">
            <a:off x="2206818" y="3155513"/>
            <a:ext cx="348598" cy="38907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接點 120"/>
          <p:cNvCxnSpPr>
            <a:stCxn id="118" idx="4"/>
            <a:endCxn id="149" idx="0"/>
          </p:cNvCxnSpPr>
          <p:nvPr/>
        </p:nvCxnSpPr>
        <p:spPr>
          <a:xfrm>
            <a:off x="2555416" y="3155513"/>
            <a:ext cx="33151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文字方塊 121"/>
          <p:cNvSpPr txBox="1"/>
          <p:nvPr/>
        </p:nvSpPr>
        <p:spPr>
          <a:xfrm>
            <a:off x="2087335" y="281732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矩形 122"/>
          <p:cNvSpPr/>
          <p:nvPr/>
        </p:nvSpPr>
        <p:spPr>
          <a:xfrm>
            <a:off x="2011520" y="3544588"/>
            <a:ext cx="390595" cy="1280695"/>
          </a:xfrm>
          <a:prstGeom prst="rect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4" name="文字方塊 123"/>
          <p:cNvSpPr txBox="1"/>
          <p:nvPr/>
        </p:nvSpPr>
        <p:spPr>
          <a:xfrm>
            <a:off x="1966822" y="3945784"/>
            <a:ext cx="492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8" name="直線接點 147"/>
          <p:cNvCxnSpPr>
            <a:stCxn id="149" idx="4"/>
            <a:endCxn id="153" idx="0"/>
          </p:cNvCxnSpPr>
          <p:nvPr/>
        </p:nvCxnSpPr>
        <p:spPr>
          <a:xfrm flipH="1">
            <a:off x="2655581" y="3701853"/>
            <a:ext cx="231351" cy="200426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橢圓 148"/>
          <p:cNvSpPr/>
          <p:nvPr/>
        </p:nvSpPr>
        <p:spPr>
          <a:xfrm>
            <a:off x="2742932" y="341385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0" name="直線接點 149"/>
          <p:cNvCxnSpPr>
            <a:stCxn id="149" idx="4"/>
            <a:endCxn id="155" idx="0"/>
          </p:cNvCxnSpPr>
          <p:nvPr/>
        </p:nvCxnSpPr>
        <p:spPr>
          <a:xfrm>
            <a:off x="2886932" y="3701853"/>
            <a:ext cx="221298" cy="2004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文字方塊 150"/>
          <p:cNvSpPr txBox="1"/>
          <p:nvPr/>
        </p:nvSpPr>
        <p:spPr>
          <a:xfrm>
            <a:off x="2962248" y="336498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文字方塊 151"/>
          <p:cNvSpPr txBox="1"/>
          <p:nvPr/>
        </p:nvSpPr>
        <p:spPr>
          <a:xfrm>
            <a:off x="2710204" y="3359922"/>
            <a:ext cx="338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" name="矩形 152"/>
          <p:cNvSpPr/>
          <p:nvPr/>
        </p:nvSpPr>
        <p:spPr>
          <a:xfrm>
            <a:off x="2460283" y="3902279"/>
            <a:ext cx="390595" cy="926577"/>
          </a:xfrm>
          <a:prstGeom prst="rect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4" name="文字方塊 153"/>
          <p:cNvSpPr txBox="1"/>
          <p:nvPr/>
        </p:nvSpPr>
        <p:spPr>
          <a:xfrm>
            <a:off x="2421997" y="4095999"/>
            <a:ext cx="479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5" name="矩形 154"/>
          <p:cNvSpPr/>
          <p:nvPr/>
        </p:nvSpPr>
        <p:spPr>
          <a:xfrm>
            <a:off x="2912932" y="3902278"/>
            <a:ext cx="390595" cy="926577"/>
          </a:xfrm>
          <a:prstGeom prst="rect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6" name="文字方塊 155"/>
          <p:cNvSpPr txBox="1"/>
          <p:nvPr/>
        </p:nvSpPr>
        <p:spPr>
          <a:xfrm>
            <a:off x="2868234" y="4095998"/>
            <a:ext cx="492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6" name="群組 125"/>
          <p:cNvGrpSpPr/>
          <p:nvPr/>
        </p:nvGrpSpPr>
        <p:grpSpPr>
          <a:xfrm>
            <a:off x="3351523" y="3902279"/>
            <a:ext cx="730084" cy="926577"/>
            <a:chOff x="683116" y="3683389"/>
            <a:chExt cx="730084" cy="926577"/>
          </a:xfrm>
        </p:grpSpPr>
        <p:sp>
          <p:nvSpPr>
            <p:cNvPr id="144" name="文字方塊 143"/>
            <p:cNvSpPr txBox="1"/>
            <p:nvPr/>
          </p:nvSpPr>
          <p:spPr>
            <a:xfrm>
              <a:off x="754045" y="3962011"/>
              <a:ext cx="6591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– 1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5" name="直線接點 144"/>
            <p:cNvCxnSpPr/>
            <p:nvPr/>
          </p:nvCxnSpPr>
          <p:spPr>
            <a:xfrm>
              <a:off x="683116" y="3683389"/>
              <a:ext cx="25152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線接點 145"/>
            <p:cNvCxnSpPr/>
            <p:nvPr/>
          </p:nvCxnSpPr>
          <p:spPr>
            <a:xfrm>
              <a:off x="683116" y="4588264"/>
              <a:ext cx="25152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線單箭頭接點 146"/>
            <p:cNvCxnSpPr/>
            <p:nvPr/>
          </p:nvCxnSpPr>
          <p:spPr>
            <a:xfrm>
              <a:off x="806087" y="3683389"/>
              <a:ext cx="0" cy="926577"/>
            </a:xfrm>
            <a:prstGeom prst="straightConnector1">
              <a:avLst/>
            </a:prstGeom>
            <a:ln w="28575"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7" name="群組 126"/>
          <p:cNvGrpSpPr/>
          <p:nvPr/>
        </p:nvGrpSpPr>
        <p:grpSpPr>
          <a:xfrm>
            <a:off x="1573632" y="3554418"/>
            <a:ext cx="397951" cy="1260000"/>
            <a:chOff x="2165853" y="2869724"/>
            <a:chExt cx="397951" cy="1260000"/>
          </a:xfrm>
        </p:grpSpPr>
        <p:sp>
          <p:nvSpPr>
            <p:cNvPr id="140" name="文字方塊 139"/>
            <p:cNvSpPr txBox="1"/>
            <p:nvPr/>
          </p:nvSpPr>
          <p:spPr>
            <a:xfrm>
              <a:off x="2165853" y="331314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1" name="直線接點 140"/>
            <p:cNvCxnSpPr/>
            <p:nvPr/>
          </p:nvCxnSpPr>
          <p:spPr>
            <a:xfrm>
              <a:off x="2312281" y="2869725"/>
              <a:ext cx="25152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線接點 141"/>
            <p:cNvCxnSpPr/>
            <p:nvPr/>
          </p:nvCxnSpPr>
          <p:spPr>
            <a:xfrm>
              <a:off x="2312281" y="4128266"/>
              <a:ext cx="25152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線單箭頭接點 142"/>
            <p:cNvCxnSpPr/>
            <p:nvPr/>
          </p:nvCxnSpPr>
          <p:spPr>
            <a:xfrm>
              <a:off x="2435252" y="2869724"/>
              <a:ext cx="0" cy="1260000"/>
            </a:xfrm>
            <a:prstGeom prst="straightConnector1">
              <a:avLst/>
            </a:prstGeom>
            <a:ln w="28575"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8" name="矩形 127"/>
          <p:cNvSpPr/>
          <p:nvPr/>
        </p:nvSpPr>
        <p:spPr>
          <a:xfrm>
            <a:off x="3742478" y="2886144"/>
            <a:ext cx="390595" cy="1280695"/>
          </a:xfrm>
          <a:prstGeom prst="rect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9" name="文字方塊 128"/>
          <p:cNvSpPr txBox="1"/>
          <p:nvPr/>
        </p:nvSpPr>
        <p:spPr>
          <a:xfrm>
            <a:off x="3697780" y="3287340"/>
            <a:ext cx="492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橢圓 129"/>
          <p:cNvSpPr/>
          <p:nvPr/>
        </p:nvSpPr>
        <p:spPr>
          <a:xfrm>
            <a:off x="3121263" y="233842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1" name="文字方塊 130"/>
          <p:cNvSpPr txBox="1"/>
          <p:nvPr/>
        </p:nvSpPr>
        <p:spPr>
          <a:xfrm>
            <a:off x="3082474" y="2288235"/>
            <a:ext cx="351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2" name="直線接點 131"/>
          <p:cNvCxnSpPr>
            <a:stCxn id="130" idx="4"/>
            <a:endCxn id="118" idx="0"/>
          </p:cNvCxnSpPr>
          <p:nvPr/>
        </p:nvCxnSpPr>
        <p:spPr>
          <a:xfrm flipH="1">
            <a:off x="2555416" y="2626426"/>
            <a:ext cx="709847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接點 132"/>
          <p:cNvCxnSpPr>
            <a:stCxn id="130" idx="4"/>
            <a:endCxn id="128" idx="0"/>
          </p:cNvCxnSpPr>
          <p:nvPr/>
        </p:nvCxnSpPr>
        <p:spPr>
          <a:xfrm>
            <a:off x="3265263" y="2626426"/>
            <a:ext cx="672513" cy="259718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4" name="群組 133"/>
          <p:cNvGrpSpPr/>
          <p:nvPr/>
        </p:nvGrpSpPr>
        <p:grpSpPr>
          <a:xfrm>
            <a:off x="4165735" y="2898213"/>
            <a:ext cx="399380" cy="1260000"/>
            <a:chOff x="2312281" y="2869724"/>
            <a:chExt cx="399380" cy="1260000"/>
          </a:xfrm>
        </p:grpSpPr>
        <p:sp>
          <p:nvSpPr>
            <p:cNvPr id="136" name="文字方塊 135"/>
            <p:cNvSpPr txBox="1"/>
            <p:nvPr/>
          </p:nvSpPr>
          <p:spPr>
            <a:xfrm>
              <a:off x="2398755" y="331314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7" name="直線接點 136"/>
            <p:cNvCxnSpPr/>
            <p:nvPr/>
          </p:nvCxnSpPr>
          <p:spPr>
            <a:xfrm>
              <a:off x="2312281" y="2869725"/>
              <a:ext cx="25152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線接點 137"/>
            <p:cNvCxnSpPr/>
            <p:nvPr/>
          </p:nvCxnSpPr>
          <p:spPr>
            <a:xfrm>
              <a:off x="2312281" y="4128266"/>
              <a:ext cx="25152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線單箭頭接點 138"/>
            <p:cNvCxnSpPr/>
            <p:nvPr/>
          </p:nvCxnSpPr>
          <p:spPr>
            <a:xfrm>
              <a:off x="2435252" y="2869724"/>
              <a:ext cx="0" cy="1260000"/>
            </a:xfrm>
            <a:prstGeom prst="straightConnector1">
              <a:avLst/>
            </a:prstGeom>
            <a:ln w="28575"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5" name="文字方塊 134"/>
          <p:cNvSpPr txBox="1"/>
          <p:nvPr/>
        </p:nvSpPr>
        <p:spPr>
          <a:xfrm>
            <a:off x="2884237" y="228913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群組 6"/>
          <p:cNvGrpSpPr/>
          <p:nvPr/>
        </p:nvGrpSpPr>
        <p:grpSpPr>
          <a:xfrm>
            <a:off x="2918096" y="4805558"/>
            <a:ext cx="388800" cy="369332"/>
            <a:chOff x="2961226" y="4805558"/>
            <a:chExt cx="388800" cy="369332"/>
          </a:xfrm>
        </p:grpSpPr>
        <p:sp>
          <p:nvSpPr>
            <p:cNvPr id="157" name="矩形 156"/>
            <p:cNvSpPr/>
            <p:nvPr/>
          </p:nvSpPr>
          <p:spPr>
            <a:xfrm>
              <a:off x="2961226" y="4830102"/>
              <a:ext cx="388800" cy="307587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8" name="文字方塊 157"/>
            <p:cNvSpPr txBox="1"/>
            <p:nvPr/>
          </p:nvSpPr>
          <p:spPr>
            <a:xfrm>
              <a:off x="2977534" y="4805558"/>
              <a:ext cx="3513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群組 7"/>
          <p:cNvGrpSpPr/>
          <p:nvPr/>
        </p:nvGrpSpPr>
        <p:grpSpPr>
          <a:xfrm>
            <a:off x="5152616" y="2276448"/>
            <a:ext cx="3094995" cy="2552358"/>
            <a:chOff x="5152616" y="2276448"/>
            <a:chExt cx="3094995" cy="2552358"/>
          </a:xfrm>
        </p:grpSpPr>
        <p:grpSp>
          <p:nvGrpSpPr>
            <p:cNvPr id="216" name="群組 215"/>
            <p:cNvGrpSpPr/>
            <p:nvPr/>
          </p:nvGrpSpPr>
          <p:grpSpPr>
            <a:xfrm>
              <a:off x="7233634" y="2815200"/>
              <a:ext cx="338555" cy="369332"/>
              <a:chOff x="8216998" y="2815200"/>
              <a:chExt cx="338555" cy="369332"/>
            </a:xfrm>
          </p:grpSpPr>
          <p:sp>
            <p:nvSpPr>
              <p:cNvPr id="194" name="橢圓 193"/>
              <p:cNvSpPr/>
              <p:nvPr/>
            </p:nvSpPr>
            <p:spPr>
              <a:xfrm>
                <a:off x="8232474" y="2869131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7" name="文字方塊 196"/>
              <p:cNvSpPr txBox="1"/>
              <p:nvPr/>
            </p:nvSpPr>
            <p:spPr>
              <a:xfrm>
                <a:off x="8216998" y="2815200"/>
                <a:ext cx="3385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08" name="群組 207"/>
            <p:cNvGrpSpPr/>
            <p:nvPr/>
          </p:nvGrpSpPr>
          <p:grpSpPr>
            <a:xfrm>
              <a:off x="5830847" y="2815087"/>
              <a:ext cx="351379" cy="369332"/>
              <a:chOff x="6986731" y="2815087"/>
              <a:chExt cx="351379" cy="369332"/>
            </a:xfrm>
          </p:grpSpPr>
          <p:sp>
            <p:nvSpPr>
              <p:cNvPr id="163" name="橢圓 162"/>
              <p:cNvSpPr/>
              <p:nvPr/>
            </p:nvSpPr>
            <p:spPr>
              <a:xfrm>
                <a:off x="7025520" y="2865278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4" name="文字方塊 163"/>
              <p:cNvSpPr txBox="1"/>
              <p:nvPr/>
            </p:nvSpPr>
            <p:spPr>
              <a:xfrm>
                <a:off x="6986731" y="2815087"/>
                <a:ext cx="3513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65" name="直線接點 164"/>
            <p:cNvCxnSpPr>
              <a:stCxn id="163" idx="4"/>
              <a:endCxn id="168" idx="0"/>
            </p:cNvCxnSpPr>
            <p:nvPr/>
          </p:nvCxnSpPr>
          <p:spPr>
            <a:xfrm flipH="1">
              <a:off x="5785802" y="3153278"/>
              <a:ext cx="227834" cy="38907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直線接點 165"/>
            <p:cNvCxnSpPr>
              <a:stCxn id="163" idx="4"/>
              <a:endCxn id="198" idx="0"/>
            </p:cNvCxnSpPr>
            <p:nvPr/>
          </p:nvCxnSpPr>
          <p:spPr>
            <a:xfrm>
              <a:off x="6013636" y="3153278"/>
              <a:ext cx="220929" cy="401726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文字方塊 166"/>
            <p:cNvSpPr txBox="1"/>
            <p:nvPr/>
          </p:nvSpPr>
          <p:spPr>
            <a:xfrm>
              <a:off x="5635760" y="280881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8" name="矩形 167"/>
            <p:cNvSpPr/>
            <p:nvPr/>
          </p:nvSpPr>
          <p:spPr>
            <a:xfrm>
              <a:off x="5590504" y="3542353"/>
              <a:ext cx="390595" cy="1280695"/>
            </a:xfrm>
            <a:prstGeom prst="rect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9" name="文字方塊 168"/>
            <p:cNvSpPr txBox="1"/>
            <p:nvPr/>
          </p:nvSpPr>
          <p:spPr>
            <a:xfrm>
              <a:off x="5545806" y="3943549"/>
              <a:ext cx="4924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BL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93" name="直線接點 192"/>
            <p:cNvCxnSpPr>
              <a:stCxn id="194" idx="4"/>
              <a:endCxn id="200" idx="0"/>
            </p:cNvCxnSpPr>
            <p:nvPr/>
          </p:nvCxnSpPr>
          <p:spPr>
            <a:xfrm flipH="1">
              <a:off x="7170270" y="3157131"/>
              <a:ext cx="222840" cy="397872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線接點 194"/>
            <p:cNvCxnSpPr>
              <a:stCxn id="194" idx="4"/>
              <a:endCxn id="173" idx="0"/>
            </p:cNvCxnSpPr>
            <p:nvPr/>
          </p:nvCxnSpPr>
          <p:spPr>
            <a:xfrm>
              <a:off x="7393110" y="3157131"/>
              <a:ext cx="227162" cy="39098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文字方塊 195"/>
            <p:cNvSpPr txBox="1"/>
            <p:nvPr/>
          </p:nvSpPr>
          <p:spPr>
            <a:xfrm>
              <a:off x="6347810" y="2276448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8" name="矩形 197"/>
            <p:cNvSpPr/>
            <p:nvPr/>
          </p:nvSpPr>
          <p:spPr>
            <a:xfrm>
              <a:off x="6039267" y="3555004"/>
              <a:ext cx="390595" cy="926577"/>
            </a:xfrm>
            <a:prstGeom prst="rect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9" name="文字方塊 198"/>
            <p:cNvSpPr txBox="1"/>
            <p:nvPr/>
          </p:nvSpPr>
          <p:spPr>
            <a:xfrm>
              <a:off x="6000981" y="3748724"/>
              <a:ext cx="4796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0" name="矩形 199"/>
            <p:cNvSpPr/>
            <p:nvPr/>
          </p:nvSpPr>
          <p:spPr>
            <a:xfrm>
              <a:off x="6974972" y="3555003"/>
              <a:ext cx="390595" cy="926577"/>
            </a:xfrm>
            <a:prstGeom prst="rect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1" name="文字方塊 200"/>
            <p:cNvSpPr txBox="1"/>
            <p:nvPr/>
          </p:nvSpPr>
          <p:spPr>
            <a:xfrm>
              <a:off x="6921358" y="3748876"/>
              <a:ext cx="4924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CR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71" name="群組 170"/>
            <p:cNvGrpSpPr/>
            <p:nvPr/>
          </p:nvGrpSpPr>
          <p:grpSpPr>
            <a:xfrm>
              <a:off x="6366167" y="3565923"/>
              <a:ext cx="659155" cy="926577"/>
              <a:chOff x="478013" y="3683389"/>
              <a:chExt cx="659155" cy="926577"/>
            </a:xfrm>
          </p:grpSpPr>
          <p:cxnSp>
            <p:nvCxnSpPr>
              <p:cNvPr id="190" name="直線接點 189"/>
              <p:cNvCxnSpPr/>
              <p:nvPr/>
            </p:nvCxnSpPr>
            <p:spPr>
              <a:xfrm>
                <a:off x="683116" y="3683389"/>
                <a:ext cx="251523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直線接點 190"/>
              <p:cNvCxnSpPr/>
              <p:nvPr/>
            </p:nvCxnSpPr>
            <p:spPr>
              <a:xfrm>
                <a:off x="683116" y="4588264"/>
                <a:ext cx="251523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直線單箭頭接點 191"/>
              <p:cNvCxnSpPr/>
              <p:nvPr/>
            </p:nvCxnSpPr>
            <p:spPr>
              <a:xfrm>
                <a:off x="806087" y="3683389"/>
                <a:ext cx="0" cy="926577"/>
              </a:xfrm>
              <a:prstGeom prst="straightConnector1">
                <a:avLst/>
              </a:prstGeom>
              <a:ln w="28575"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9" name="文字方塊 188"/>
              <p:cNvSpPr txBox="1"/>
              <p:nvPr/>
            </p:nvSpPr>
            <p:spPr>
              <a:xfrm>
                <a:off x="478013" y="3962011"/>
                <a:ext cx="6591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i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altLang="zh-TW" b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1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72" name="群組 171"/>
            <p:cNvGrpSpPr/>
            <p:nvPr/>
          </p:nvGrpSpPr>
          <p:grpSpPr>
            <a:xfrm>
              <a:off x="5152616" y="3552183"/>
              <a:ext cx="397951" cy="1260000"/>
              <a:chOff x="2165853" y="2869724"/>
              <a:chExt cx="397951" cy="1260000"/>
            </a:xfrm>
          </p:grpSpPr>
          <p:sp>
            <p:nvSpPr>
              <p:cNvPr id="185" name="文字方塊 184"/>
              <p:cNvSpPr txBox="1"/>
              <p:nvPr/>
            </p:nvSpPr>
            <p:spPr>
              <a:xfrm>
                <a:off x="2165853" y="3313140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i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86" name="直線接點 185"/>
              <p:cNvCxnSpPr/>
              <p:nvPr/>
            </p:nvCxnSpPr>
            <p:spPr>
              <a:xfrm>
                <a:off x="2312281" y="2869725"/>
                <a:ext cx="251523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直線接點 186"/>
              <p:cNvCxnSpPr/>
              <p:nvPr/>
            </p:nvCxnSpPr>
            <p:spPr>
              <a:xfrm>
                <a:off x="2312281" y="4128266"/>
                <a:ext cx="251523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直線單箭頭接點 187"/>
              <p:cNvCxnSpPr/>
              <p:nvPr/>
            </p:nvCxnSpPr>
            <p:spPr>
              <a:xfrm>
                <a:off x="2435252" y="2869724"/>
                <a:ext cx="0" cy="1260000"/>
              </a:xfrm>
              <a:prstGeom prst="straightConnector1">
                <a:avLst/>
              </a:prstGeom>
              <a:ln w="28575"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3" name="矩形 172"/>
            <p:cNvSpPr/>
            <p:nvPr/>
          </p:nvSpPr>
          <p:spPr>
            <a:xfrm>
              <a:off x="7424974" y="3548111"/>
              <a:ext cx="390595" cy="1280695"/>
            </a:xfrm>
            <a:prstGeom prst="rect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4" name="文字方塊 173"/>
            <p:cNvSpPr txBox="1"/>
            <p:nvPr/>
          </p:nvSpPr>
          <p:spPr>
            <a:xfrm>
              <a:off x="7380276" y="3906177"/>
              <a:ext cx="4924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AR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17" name="群組 216"/>
            <p:cNvGrpSpPr/>
            <p:nvPr/>
          </p:nvGrpSpPr>
          <p:grpSpPr>
            <a:xfrm>
              <a:off x="6540694" y="2286000"/>
              <a:ext cx="351379" cy="369332"/>
              <a:chOff x="7549936" y="2286000"/>
              <a:chExt cx="351379" cy="369332"/>
            </a:xfrm>
          </p:grpSpPr>
          <p:sp>
            <p:nvSpPr>
              <p:cNvPr id="175" name="橢圓 174"/>
              <p:cNvSpPr/>
              <p:nvPr/>
            </p:nvSpPr>
            <p:spPr>
              <a:xfrm>
                <a:off x="7597351" y="2336191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6" name="文字方塊 175"/>
              <p:cNvSpPr txBox="1"/>
              <p:nvPr/>
            </p:nvSpPr>
            <p:spPr>
              <a:xfrm>
                <a:off x="7549936" y="2286000"/>
                <a:ext cx="3513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77" name="直線接點 176"/>
            <p:cNvCxnSpPr>
              <a:stCxn id="175" idx="4"/>
              <a:endCxn id="163" idx="0"/>
            </p:cNvCxnSpPr>
            <p:nvPr/>
          </p:nvCxnSpPr>
          <p:spPr>
            <a:xfrm flipH="1">
              <a:off x="6013636" y="2624191"/>
              <a:ext cx="718473" cy="24108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直線接點 177"/>
            <p:cNvCxnSpPr>
              <a:stCxn id="175" idx="4"/>
              <a:endCxn id="194" idx="0"/>
            </p:cNvCxnSpPr>
            <p:nvPr/>
          </p:nvCxnSpPr>
          <p:spPr>
            <a:xfrm>
              <a:off x="6732109" y="2624191"/>
              <a:ext cx="661001" cy="2449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9" name="群組 178"/>
            <p:cNvGrpSpPr/>
            <p:nvPr/>
          </p:nvGrpSpPr>
          <p:grpSpPr>
            <a:xfrm>
              <a:off x="7848231" y="3560180"/>
              <a:ext cx="399380" cy="1260000"/>
              <a:chOff x="2312281" y="2869724"/>
              <a:chExt cx="399380" cy="1260000"/>
            </a:xfrm>
          </p:grpSpPr>
          <p:sp>
            <p:nvSpPr>
              <p:cNvPr id="181" name="文字方塊 180"/>
              <p:cNvSpPr txBox="1"/>
              <p:nvPr/>
            </p:nvSpPr>
            <p:spPr>
              <a:xfrm>
                <a:off x="2398755" y="3313140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i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82" name="直線接點 181"/>
              <p:cNvCxnSpPr/>
              <p:nvPr/>
            </p:nvCxnSpPr>
            <p:spPr>
              <a:xfrm>
                <a:off x="2312281" y="2869725"/>
                <a:ext cx="251523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直線接點 182"/>
              <p:cNvCxnSpPr/>
              <p:nvPr/>
            </p:nvCxnSpPr>
            <p:spPr>
              <a:xfrm>
                <a:off x="2312281" y="4128266"/>
                <a:ext cx="251523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直線單箭頭接點 183"/>
              <p:cNvCxnSpPr/>
              <p:nvPr/>
            </p:nvCxnSpPr>
            <p:spPr>
              <a:xfrm>
                <a:off x="2435252" y="2869724"/>
                <a:ext cx="0" cy="1260000"/>
              </a:xfrm>
              <a:prstGeom prst="straightConnector1">
                <a:avLst/>
              </a:prstGeom>
              <a:ln w="28575"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0" name="文字方塊 179"/>
            <p:cNvSpPr txBox="1"/>
            <p:nvPr/>
          </p:nvSpPr>
          <p:spPr>
            <a:xfrm>
              <a:off x="7502606" y="2799672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–1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2" name="矩形 201"/>
            <p:cNvSpPr/>
            <p:nvPr/>
          </p:nvSpPr>
          <p:spPr>
            <a:xfrm>
              <a:off x="6972976" y="4483418"/>
              <a:ext cx="388800" cy="307587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3" name="文字方塊 202"/>
            <p:cNvSpPr txBox="1"/>
            <p:nvPr/>
          </p:nvSpPr>
          <p:spPr>
            <a:xfrm>
              <a:off x="7007916" y="4458874"/>
              <a:ext cx="3513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9" name="向右箭號 158"/>
          <p:cNvSpPr/>
          <p:nvPr/>
        </p:nvSpPr>
        <p:spPr>
          <a:xfrm>
            <a:off x="4731617" y="3640834"/>
            <a:ext cx="246071" cy="3008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0" name="文字方塊 159"/>
          <p:cNvSpPr txBox="1"/>
          <p:nvPr/>
        </p:nvSpPr>
        <p:spPr>
          <a:xfrm>
            <a:off x="2322916" y="5344361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平衡</a:t>
            </a:r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61" name="文字方塊 160"/>
          <p:cNvSpPr txBox="1"/>
          <p:nvPr/>
        </p:nvSpPr>
        <p:spPr>
          <a:xfrm>
            <a:off x="2094041" y="5344361"/>
            <a:ext cx="12105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失去平衡</a:t>
            </a:r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62" name="文字方塊 161"/>
          <p:cNvSpPr txBox="1"/>
          <p:nvPr/>
        </p:nvSpPr>
        <p:spPr>
          <a:xfrm>
            <a:off x="6307657" y="5344361"/>
            <a:ext cx="12105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重新平衡</a:t>
            </a:r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70" name="文字方塊 169"/>
          <p:cNvSpPr txBox="1"/>
          <p:nvPr/>
        </p:nvSpPr>
        <p:spPr>
          <a:xfrm>
            <a:off x="1174408" y="2257312"/>
            <a:ext cx="9541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插入</a:t>
            </a:r>
            <a:endParaRPr lang="en-US" altLang="zh-TW" sz="2000" b="1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2000" b="1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新節點</a:t>
            </a:r>
            <a:endParaRPr lang="zh-TW" altLang="en-US" b="1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04" name="文字方塊 203"/>
          <p:cNvSpPr txBox="1"/>
          <p:nvPr/>
        </p:nvSpPr>
        <p:spPr>
          <a:xfrm>
            <a:off x="4377598" y="2257312"/>
            <a:ext cx="9541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順時針</a:t>
            </a:r>
            <a:endParaRPr lang="en-US" altLang="zh-TW" sz="2000" b="1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2000" b="1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旋轉</a:t>
            </a:r>
            <a:endParaRPr lang="zh-TW" altLang="en-US" sz="2000" b="1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05" name="文字方塊 204"/>
          <p:cNvSpPr txBox="1"/>
          <p:nvPr/>
        </p:nvSpPr>
        <p:spPr>
          <a:xfrm>
            <a:off x="2180796" y="281418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6" name="文字方塊 205"/>
          <p:cNvSpPr txBox="1"/>
          <p:nvPr/>
        </p:nvSpPr>
        <p:spPr>
          <a:xfrm>
            <a:off x="2960821" y="3361846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7" name="文字方塊 206"/>
          <p:cNvSpPr txBox="1"/>
          <p:nvPr/>
        </p:nvSpPr>
        <p:spPr>
          <a:xfrm>
            <a:off x="2876860" y="22860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8369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5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4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3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2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/>
      <p:bldP spid="151" grpId="0"/>
      <p:bldP spid="135" grpId="0"/>
      <p:bldP spid="159" grpId="0" animBg="1"/>
      <p:bldP spid="160" grpId="0"/>
      <p:bldP spid="161" grpId="0"/>
      <p:bldP spid="162" grpId="0"/>
      <p:bldP spid="170" grpId="0"/>
      <p:bldP spid="204" grpId="0"/>
      <p:bldP spid="205" grpId="0"/>
      <p:bldP spid="206" grpId="0"/>
      <p:bldP spid="20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LR</a:t>
            </a:r>
            <a:r>
              <a:rPr lang="zh-TW" altLang="en-US" dirty="0" smtClean="0"/>
              <a:t>型</a:t>
            </a:r>
            <a:r>
              <a:rPr lang="zh-TW" altLang="en-US" dirty="0"/>
              <a:t>旋轉 </a:t>
            </a:r>
            <a:r>
              <a:rPr lang="en-US" altLang="zh-TW" dirty="0" smtClean="0"/>
              <a:t>(2/2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2026/05/13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10</a:t>
            </a:fld>
            <a:endParaRPr lang="en-US" altLang="zh-TW" dirty="0"/>
          </a:p>
        </p:txBody>
      </p:sp>
      <p:sp>
        <p:nvSpPr>
          <p:cNvPr id="11" name="橢圓 10"/>
          <p:cNvSpPr/>
          <p:nvPr/>
        </p:nvSpPr>
        <p:spPr>
          <a:xfrm>
            <a:off x="2857763" y="168686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" name="直線接點 12"/>
          <p:cNvCxnSpPr>
            <a:stCxn id="11" idx="4"/>
            <a:endCxn id="15" idx="0"/>
          </p:cNvCxnSpPr>
          <p:nvPr/>
        </p:nvCxnSpPr>
        <p:spPr>
          <a:xfrm flipH="1">
            <a:off x="2659552" y="1974867"/>
            <a:ext cx="34221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2793093" y="163667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橢圓 14"/>
          <p:cNvSpPr/>
          <p:nvPr/>
        </p:nvSpPr>
        <p:spPr>
          <a:xfrm>
            <a:off x="2515552" y="223320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/>
          <p:cNvSpPr/>
          <p:nvPr/>
        </p:nvSpPr>
        <p:spPr>
          <a:xfrm>
            <a:off x="2850155" y="279809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/>
          <p:cNvSpPr txBox="1"/>
          <p:nvPr/>
        </p:nvSpPr>
        <p:spPr>
          <a:xfrm>
            <a:off x="2625891" y="1636676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2254421" y="2184334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2150402" y="217369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2449859" y="218048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直線接點 28"/>
          <p:cNvCxnSpPr>
            <a:stCxn id="15" idx="4"/>
            <a:endCxn id="18" idx="0"/>
          </p:cNvCxnSpPr>
          <p:nvPr/>
        </p:nvCxnSpPr>
        <p:spPr>
          <a:xfrm>
            <a:off x="2659552" y="2521207"/>
            <a:ext cx="334603" cy="27689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/>
          <p:cNvSpPr txBox="1"/>
          <p:nvPr/>
        </p:nvSpPr>
        <p:spPr>
          <a:xfrm>
            <a:off x="2775993" y="2751158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2631760" y="1636676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3095077" y="2754215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9" name="群組 58"/>
          <p:cNvGrpSpPr/>
          <p:nvPr/>
        </p:nvGrpSpPr>
        <p:grpSpPr>
          <a:xfrm>
            <a:off x="5729364" y="2006008"/>
            <a:ext cx="1433436" cy="930982"/>
            <a:chOff x="1505930" y="4223763"/>
            <a:chExt cx="1433436" cy="930982"/>
          </a:xfrm>
        </p:grpSpPr>
        <p:sp>
          <p:nvSpPr>
            <p:cNvPr id="41" name="橢圓 40"/>
            <p:cNvSpPr/>
            <p:nvPr/>
          </p:nvSpPr>
          <p:spPr>
            <a:xfrm>
              <a:off x="2070528" y="4273954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2" name="直線接點 41"/>
            <p:cNvCxnSpPr>
              <a:stCxn id="41" idx="4"/>
              <a:endCxn id="46" idx="0"/>
            </p:cNvCxnSpPr>
            <p:nvPr/>
          </p:nvCxnSpPr>
          <p:spPr>
            <a:xfrm>
              <a:off x="2214528" y="4561954"/>
              <a:ext cx="349520" cy="26412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接點 42"/>
            <p:cNvCxnSpPr>
              <a:stCxn id="41" idx="4"/>
              <a:endCxn id="45" idx="0"/>
            </p:cNvCxnSpPr>
            <p:nvPr/>
          </p:nvCxnSpPr>
          <p:spPr>
            <a:xfrm flipH="1">
              <a:off x="1872317" y="4561954"/>
              <a:ext cx="342211" cy="2583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文字方塊 43"/>
            <p:cNvSpPr txBox="1"/>
            <p:nvPr/>
          </p:nvSpPr>
          <p:spPr>
            <a:xfrm>
              <a:off x="2012035" y="4223763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橢圓 44"/>
            <p:cNvSpPr/>
            <p:nvPr/>
          </p:nvSpPr>
          <p:spPr>
            <a:xfrm>
              <a:off x="1728317" y="4820294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橢圓 45"/>
            <p:cNvSpPr/>
            <p:nvPr/>
          </p:nvSpPr>
          <p:spPr>
            <a:xfrm>
              <a:off x="2420048" y="4826079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0" name="文字方塊 49"/>
            <p:cNvSpPr txBox="1"/>
            <p:nvPr/>
          </p:nvSpPr>
          <p:spPr>
            <a:xfrm>
              <a:off x="1838656" y="4223763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文字方塊 50"/>
            <p:cNvSpPr txBox="1"/>
            <p:nvPr/>
          </p:nvSpPr>
          <p:spPr>
            <a:xfrm>
              <a:off x="1505930" y="4771421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文字方塊 55"/>
            <p:cNvSpPr txBox="1"/>
            <p:nvPr/>
          </p:nvSpPr>
          <p:spPr>
            <a:xfrm>
              <a:off x="2359838" y="4785413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文字方塊 56"/>
            <p:cNvSpPr txBox="1"/>
            <p:nvPr/>
          </p:nvSpPr>
          <p:spPr>
            <a:xfrm>
              <a:off x="1670264" y="4771421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2639283" y="4771421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0" name="向右箭號 59"/>
          <p:cNvSpPr/>
          <p:nvPr/>
        </p:nvSpPr>
        <p:spPr>
          <a:xfrm>
            <a:off x="4276680" y="2240965"/>
            <a:ext cx="576064" cy="5604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文字方塊 73"/>
          <p:cNvSpPr txBox="1"/>
          <p:nvPr/>
        </p:nvSpPr>
        <p:spPr>
          <a:xfrm>
            <a:off x="2459432" y="4125957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2126706" y="4673615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橢圓 75"/>
          <p:cNvSpPr/>
          <p:nvPr/>
        </p:nvSpPr>
        <p:spPr>
          <a:xfrm>
            <a:off x="2360741" y="576700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7" name="直線接點 76"/>
          <p:cNvCxnSpPr>
            <a:endCxn id="76" idx="0"/>
          </p:cNvCxnSpPr>
          <p:nvPr/>
        </p:nvCxnSpPr>
        <p:spPr>
          <a:xfrm flipH="1">
            <a:off x="2504741" y="5531128"/>
            <a:ext cx="173700" cy="23587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字方塊 77"/>
          <p:cNvSpPr txBox="1"/>
          <p:nvPr/>
        </p:nvSpPr>
        <p:spPr>
          <a:xfrm>
            <a:off x="1906878" y="5192937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文字方塊 78"/>
          <p:cNvSpPr txBox="1"/>
          <p:nvPr/>
        </p:nvSpPr>
        <p:spPr>
          <a:xfrm>
            <a:off x="2293192" y="572396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文字方塊 80"/>
          <p:cNvSpPr txBox="1"/>
          <p:nvPr/>
        </p:nvSpPr>
        <p:spPr>
          <a:xfrm>
            <a:off x="2759515" y="5192937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文字方塊 81"/>
          <p:cNvSpPr txBox="1"/>
          <p:nvPr/>
        </p:nvSpPr>
        <p:spPr>
          <a:xfrm>
            <a:off x="3260613" y="4673615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1" name="群組 90"/>
          <p:cNvGrpSpPr/>
          <p:nvPr/>
        </p:nvGrpSpPr>
        <p:grpSpPr>
          <a:xfrm>
            <a:off x="2080553" y="4125957"/>
            <a:ext cx="1312020" cy="1436312"/>
            <a:chOff x="2080553" y="3715605"/>
            <a:chExt cx="1312020" cy="1436312"/>
          </a:xfrm>
        </p:grpSpPr>
        <p:cxnSp>
          <p:nvCxnSpPr>
            <p:cNvPr id="64" name="直線接點 63"/>
            <p:cNvCxnSpPr>
              <a:stCxn id="69" idx="4"/>
              <a:endCxn id="71" idx="0"/>
            </p:cNvCxnSpPr>
            <p:nvPr/>
          </p:nvCxnSpPr>
          <p:spPr>
            <a:xfrm flipH="1">
              <a:off x="2284286" y="4600136"/>
              <a:ext cx="208807" cy="2326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橢圓 64"/>
            <p:cNvSpPr/>
            <p:nvPr/>
          </p:nvSpPr>
          <p:spPr>
            <a:xfrm>
              <a:off x="2691304" y="3765796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6" name="直線接點 65"/>
            <p:cNvCxnSpPr>
              <a:stCxn id="65" idx="4"/>
              <a:endCxn id="70" idx="0"/>
            </p:cNvCxnSpPr>
            <p:nvPr/>
          </p:nvCxnSpPr>
          <p:spPr>
            <a:xfrm>
              <a:off x="2835304" y="4053796"/>
              <a:ext cx="349520" cy="26412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線接點 66"/>
            <p:cNvCxnSpPr>
              <a:stCxn id="65" idx="4"/>
              <a:endCxn id="69" idx="0"/>
            </p:cNvCxnSpPr>
            <p:nvPr/>
          </p:nvCxnSpPr>
          <p:spPr>
            <a:xfrm flipH="1">
              <a:off x="2493093" y="4053796"/>
              <a:ext cx="342211" cy="2583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文字方塊 67"/>
            <p:cNvSpPr txBox="1"/>
            <p:nvPr/>
          </p:nvSpPr>
          <p:spPr>
            <a:xfrm>
              <a:off x="2620455" y="3715605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橢圓 68"/>
            <p:cNvSpPr/>
            <p:nvPr/>
          </p:nvSpPr>
          <p:spPr>
            <a:xfrm>
              <a:off x="2349093" y="4312136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橢圓 69"/>
            <p:cNvSpPr/>
            <p:nvPr/>
          </p:nvSpPr>
          <p:spPr>
            <a:xfrm>
              <a:off x="3040824" y="431792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橢圓 70"/>
            <p:cNvSpPr/>
            <p:nvPr/>
          </p:nvSpPr>
          <p:spPr>
            <a:xfrm>
              <a:off x="2140286" y="4832776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橢圓 71"/>
            <p:cNvSpPr/>
            <p:nvPr/>
          </p:nvSpPr>
          <p:spPr>
            <a:xfrm>
              <a:off x="2537779" y="4832776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73" name="直線接點 72"/>
            <p:cNvCxnSpPr>
              <a:stCxn id="69" idx="4"/>
              <a:endCxn id="72" idx="0"/>
            </p:cNvCxnSpPr>
            <p:nvPr/>
          </p:nvCxnSpPr>
          <p:spPr>
            <a:xfrm>
              <a:off x="2493093" y="4600136"/>
              <a:ext cx="188686" cy="2326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文字方塊 82"/>
            <p:cNvSpPr txBox="1"/>
            <p:nvPr/>
          </p:nvSpPr>
          <p:spPr>
            <a:xfrm>
              <a:off x="2285343" y="4263263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文字方塊 83"/>
            <p:cNvSpPr txBox="1"/>
            <p:nvPr/>
          </p:nvSpPr>
          <p:spPr>
            <a:xfrm>
              <a:off x="2080553" y="4782585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文字方塊 84"/>
            <p:cNvSpPr txBox="1"/>
            <p:nvPr/>
          </p:nvSpPr>
          <p:spPr>
            <a:xfrm>
              <a:off x="2977074" y="4268198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文字方塊 85"/>
            <p:cNvSpPr txBox="1"/>
            <p:nvPr/>
          </p:nvSpPr>
          <p:spPr>
            <a:xfrm>
              <a:off x="2467851" y="4779754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7" name="文字方塊 86"/>
          <p:cNvSpPr txBox="1"/>
          <p:nvPr/>
        </p:nvSpPr>
        <p:spPr>
          <a:xfrm>
            <a:off x="2456808" y="4113201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字方塊 87"/>
          <p:cNvSpPr txBox="1"/>
          <p:nvPr/>
        </p:nvSpPr>
        <p:spPr>
          <a:xfrm>
            <a:off x="2004424" y="466085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文字方塊 88"/>
          <p:cNvSpPr txBox="1"/>
          <p:nvPr/>
        </p:nvSpPr>
        <p:spPr>
          <a:xfrm>
            <a:off x="2765622" y="5195196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文字方塊 89"/>
          <p:cNvSpPr txBox="1"/>
          <p:nvPr/>
        </p:nvSpPr>
        <p:spPr>
          <a:xfrm>
            <a:off x="2129906" y="5699503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向右箭號 106"/>
          <p:cNvSpPr/>
          <p:nvPr/>
        </p:nvSpPr>
        <p:spPr>
          <a:xfrm>
            <a:off x="4275485" y="4680367"/>
            <a:ext cx="576064" cy="5604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24" name="群組 123"/>
          <p:cNvGrpSpPr/>
          <p:nvPr/>
        </p:nvGrpSpPr>
        <p:grpSpPr>
          <a:xfrm>
            <a:off x="5503099" y="4113396"/>
            <a:ext cx="1865516" cy="1453755"/>
            <a:chOff x="5503099" y="3703044"/>
            <a:chExt cx="1865516" cy="1453755"/>
          </a:xfrm>
        </p:grpSpPr>
        <p:grpSp>
          <p:nvGrpSpPr>
            <p:cNvPr id="117" name="群組 116"/>
            <p:cNvGrpSpPr/>
            <p:nvPr/>
          </p:nvGrpSpPr>
          <p:grpSpPr>
            <a:xfrm>
              <a:off x="5686751" y="3713328"/>
              <a:ext cx="1516351" cy="1437686"/>
              <a:chOff x="5686751" y="3713328"/>
              <a:chExt cx="1516351" cy="1437686"/>
            </a:xfrm>
          </p:grpSpPr>
          <p:cxnSp>
            <p:nvCxnSpPr>
              <p:cNvPr id="93" name="直線接點 92"/>
              <p:cNvCxnSpPr>
                <a:stCxn id="98" idx="4"/>
                <a:endCxn id="100" idx="0"/>
              </p:cNvCxnSpPr>
              <p:nvPr/>
            </p:nvCxnSpPr>
            <p:spPr>
              <a:xfrm flipH="1">
                <a:off x="5890484" y="4597859"/>
                <a:ext cx="208807" cy="232640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" name="橢圓 93"/>
              <p:cNvSpPr/>
              <p:nvPr/>
            </p:nvSpPr>
            <p:spPr>
              <a:xfrm>
                <a:off x="6297502" y="3763519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95" name="直線接點 94"/>
              <p:cNvCxnSpPr>
                <a:stCxn id="94" idx="4"/>
                <a:endCxn id="99" idx="0"/>
              </p:cNvCxnSpPr>
              <p:nvPr/>
            </p:nvCxnSpPr>
            <p:spPr>
              <a:xfrm>
                <a:off x="6441502" y="4051519"/>
                <a:ext cx="349520" cy="264125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直線接點 95"/>
              <p:cNvCxnSpPr>
                <a:stCxn id="94" idx="4"/>
                <a:endCxn id="98" idx="0"/>
              </p:cNvCxnSpPr>
              <p:nvPr/>
            </p:nvCxnSpPr>
            <p:spPr>
              <a:xfrm flipH="1">
                <a:off x="6099291" y="4051519"/>
                <a:ext cx="342211" cy="258340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7" name="文字方塊 96"/>
              <p:cNvSpPr txBox="1"/>
              <p:nvPr/>
            </p:nvSpPr>
            <p:spPr>
              <a:xfrm>
                <a:off x="6226653" y="3713328"/>
                <a:ext cx="415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45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8" name="橢圓 97"/>
              <p:cNvSpPr/>
              <p:nvPr/>
            </p:nvSpPr>
            <p:spPr>
              <a:xfrm>
                <a:off x="5955291" y="4309859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9" name="橢圓 98"/>
              <p:cNvSpPr/>
              <p:nvPr/>
            </p:nvSpPr>
            <p:spPr>
              <a:xfrm>
                <a:off x="6647022" y="4315644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0" name="橢圓 99"/>
              <p:cNvSpPr/>
              <p:nvPr/>
            </p:nvSpPr>
            <p:spPr>
              <a:xfrm>
                <a:off x="5746484" y="4830499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02" name="直線接點 101"/>
              <p:cNvCxnSpPr>
                <a:stCxn id="98" idx="4"/>
                <a:endCxn id="108" idx="0"/>
              </p:cNvCxnSpPr>
              <p:nvPr/>
            </p:nvCxnSpPr>
            <p:spPr>
              <a:xfrm>
                <a:off x="6099291" y="4597859"/>
                <a:ext cx="213241" cy="232640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3" name="文字方塊 102"/>
              <p:cNvSpPr txBox="1"/>
              <p:nvPr/>
            </p:nvSpPr>
            <p:spPr>
              <a:xfrm>
                <a:off x="5891541" y="4269193"/>
                <a:ext cx="415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40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4" name="文字方塊 103"/>
              <p:cNvSpPr txBox="1"/>
              <p:nvPr/>
            </p:nvSpPr>
            <p:spPr>
              <a:xfrm>
                <a:off x="5686751" y="4780308"/>
                <a:ext cx="415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30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5" name="文字方塊 104"/>
              <p:cNvSpPr txBox="1"/>
              <p:nvPr/>
            </p:nvSpPr>
            <p:spPr>
              <a:xfrm>
                <a:off x="6588140" y="4267295"/>
                <a:ext cx="415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50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8" name="橢圓 107"/>
              <p:cNvSpPr/>
              <p:nvPr/>
            </p:nvSpPr>
            <p:spPr>
              <a:xfrm>
                <a:off x="6168532" y="4830499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9" name="橢圓 108"/>
              <p:cNvSpPr/>
              <p:nvPr/>
            </p:nvSpPr>
            <p:spPr>
              <a:xfrm>
                <a:off x="6846485" y="4830499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0" name="文字方塊 109"/>
              <p:cNvSpPr txBox="1"/>
              <p:nvPr/>
            </p:nvSpPr>
            <p:spPr>
              <a:xfrm>
                <a:off x="6102702" y="4781682"/>
                <a:ext cx="415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42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1" name="文字方塊 110"/>
              <p:cNvSpPr txBox="1"/>
              <p:nvPr/>
            </p:nvSpPr>
            <p:spPr>
              <a:xfrm>
                <a:off x="6787603" y="4778851"/>
                <a:ext cx="415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60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14" name="直線接點 113"/>
              <p:cNvCxnSpPr>
                <a:stCxn id="99" idx="4"/>
                <a:endCxn id="109" idx="0"/>
              </p:cNvCxnSpPr>
              <p:nvPr/>
            </p:nvCxnSpPr>
            <p:spPr>
              <a:xfrm>
                <a:off x="6791022" y="4603644"/>
                <a:ext cx="199463" cy="226855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8" name="文字方塊 117"/>
            <p:cNvSpPr txBox="1"/>
            <p:nvPr/>
          </p:nvSpPr>
          <p:spPr>
            <a:xfrm>
              <a:off x="7068532" y="4781102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9" name="文字方塊 118"/>
            <p:cNvSpPr txBox="1"/>
            <p:nvPr/>
          </p:nvSpPr>
          <p:spPr>
            <a:xfrm>
              <a:off x="6390734" y="4787467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0" name="文字方塊 119"/>
            <p:cNvSpPr txBox="1"/>
            <p:nvPr/>
          </p:nvSpPr>
          <p:spPr>
            <a:xfrm>
              <a:off x="5503099" y="4787467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1" name="文字方塊 120"/>
            <p:cNvSpPr txBox="1"/>
            <p:nvPr/>
          </p:nvSpPr>
          <p:spPr>
            <a:xfrm>
              <a:off x="6892806" y="4267158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–1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2" name="文字方塊 121"/>
            <p:cNvSpPr txBox="1"/>
            <p:nvPr/>
          </p:nvSpPr>
          <p:spPr>
            <a:xfrm>
              <a:off x="6059320" y="3703044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" name="文字方塊 122"/>
            <p:cNvSpPr txBox="1"/>
            <p:nvPr/>
          </p:nvSpPr>
          <p:spPr>
            <a:xfrm>
              <a:off x="5729366" y="4268145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26" name="直線單箭頭接點 125"/>
          <p:cNvCxnSpPr/>
          <p:nvPr/>
        </p:nvCxnSpPr>
        <p:spPr>
          <a:xfrm flipH="1" flipV="1">
            <a:off x="2988919" y="2395719"/>
            <a:ext cx="7790" cy="396000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線單箭頭接點 126"/>
          <p:cNvCxnSpPr/>
          <p:nvPr/>
        </p:nvCxnSpPr>
        <p:spPr>
          <a:xfrm flipH="1" flipV="1">
            <a:off x="2683959" y="4854061"/>
            <a:ext cx="7790" cy="396000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9873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0" grpId="0"/>
      <p:bldP spid="20" grpId="1"/>
      <p:bldP spid="21" grpId="0"/>
      <p:bldP spid="21" grpId="1"/>
      <p:bldP spid="24" grpId="0"/>
      <p:bldP spid="34" grpId="0"/>
      <p:bldP spid="35" grpId="0"/>
      <p:bldP spid="36" grpId="0"/>
      <p:bldP spid="60" grpId="0" animBg="1"/>
      <p:bldP spid="74" grpId="0"/>
      <p:bldP spid="74" grpId="1"/>
      <p:bldP spid="75" grpId="0"/>
      <p:bldP spid="75" grpId="1"/>
      <p:bldP spid="76" grpId="0" animBg="1"/>
      <p:bldP spid="78" grpId="0"/>
      <p:bldP spid="79" grpId="0"/>
      <p:bldP spid="81" grpId="0"/>
      <p:bldP spid="81" grpId="1"/>
      <p:bldP spid="82" grpId="0"/>
      <p:bldP spid="87" grpId="0"/>
      <p:bldP spid="88" grpId="0"/>
      <p:bldP spid="89" grpId="0"/>
      <p:bldP spid="90" grpId="0"/>
      <p:bldP spid="10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 smtClean="0">
                <a:solidFill>
                  <a:srgbClr val="C00000"/>
                </a:solidFill>
                <a:sym typeface="Symbol" pitchFamily="18" charset="2"/>
              </a:rPr>
              <a:t>RL</a:t>
            </a:r>
            <a:r>
              <a:rPr lang="zh-TW" altLang="en-US" dirty="0" smtClean="0">
                <a:sym typeface="Symbol" pitchFamily="18" charset="2"/>
              </a:rPr>
              <a:t>型</a:t>
            </a:r>
            <a:r>
              <a:rPr lang="zh-TW" altLang="en-US" dirty="0">
                <a:sym typeface="Symbol" pitchFamily="18" charset="2"/>
              </a:rPr>
              <a:t>：新節點</a:t>
            </a:r>
            <a:r>
              <a:rPr lang="en-US" altLang="zh-TW" i="1" dirty="0">
                <a:sym typeface="Symbol" pitchFamily="18" charset="2"/>
              </a:rPr>
              <a:t>N</a:t>
            </a:r>
            <a:r>
              <a:rPr lang="zh-TW" altLang="en-US" dirty="0">
                <a:sym typeface="Symbol" pitchFamily="18" charset="2"/>
              </a:rPr>
              <a:t>插入到節點</a:t>
            </a:r>
            <a:r>
              <a:rPr lang="en-US" altLang="zh-TW" i="1" dirty="0">
                <a:sym typeface="Symbol" pitchFamily="18" charset="2"/>
              </a:rPr>
              <a:t>A</a:t>
            </a:r>
            <a:r>
              <a:rPr lang="zh-TW" altLang="en-US" dirty="0" smtClean="0">
                <a:sym typeface="Symbol" pitchFamily="18" charset="2"/>
              </a:rPr>
              <a:t>的</a:t>
            </a:r>
            <a:r>
              <a:rPr lang="zh-TW" altLang="en-US" dirty="0" smtClean="0">
                <a:solidFill>
                  <a:srgbClr val="C00000"/>
                </a:solidFill>
                <a:sym typeface="Symbol" pitchFamily="18" charset="2"/>
              </a:rPr>
              <a:t>右兒子</a:t>
            </a:r>
            <a:r>
              <a:rPr lang="en-US" altLang="zh-TW" dirty="0" smtClean="0">
                <a:solidFill>
                  <a:srgbClr val="C00000"/>
                </a:solidFill>
                <a:sym typeface="Symbol" pitchFamily="18" charset="2"/>
              </a:rPr>
              <a:t>(R)</a:t>
            </a:r>
            <a:r>
              <a:rPr lang="zh-TW" altLang="en-US" dirty="0" smtClean="0">
                <a:sym typeface="Symbol" pitchFamily="18" charset="2"/>
              </a:rPr>
              <a:t>的</a:t>
            </a:r>
            <a:r>
              <a:rPr lang="zh-TW" altLang="en-US" dirty="0" smtClean="0">
                <a:solidFill>
                  <a:srgbClr val="C00000"/>
                </a:solidFill>
                <a:sym typeface="Symbol" pitchFamily="18" charset="2"/>
              </a:rPr>
              <a:t>左子</a:t>
            </a:r>
            <a:r>
              <a:rPr lang="zh-TW" altLang="en-US" dirty="0">
                <a:solidFill>
                  <a:srgbClr val="C00000"/>
                </a:solidFill>
                <a:sym typeface="Symbol" pitchFamily="18" charset="2"/>
              </a:rPr>
              <a:t>樹</a:t>
            </a:r>
            <a:r>
              <a:rPr lang="en-US" altLang="zh-TW" dirty="0" smtClean="0">
                <a:solidFill>
                  <a:srgbClr val="C00000"/>
                </a:solidFill>
                <a:sym typeface="Symbol" pitchFamily="18" charset="2"/>
              </a:rPr>
              <a:t>(L)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RL</a:t>
            </a:r>
            <a:r>
              <a:rPr lang="zh-TW" altLang="en-US" dirty="0" smtClean="0"/>
              <a:t>型旋轉 </a:t>
            </a:r>
            <a:r>
              <a:rPr lang="en-US" altLang="zh-TW" dirty="0" smtClean="0"/>
              <a:t>(1/2)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2026/05/13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11</a:t>
            </a:fld>
            <a:endParaRPr lang="en-US" dirty="0"/>
          </a:p>
        </p:txBody>
      </p:sp>
      <p:grpSp>
        <p:nvGrpSpPr>
          <p:cNvPr id="10" name="群組 9"/>
          <p:cNvGrpSpPr/>
          <p:nvPr/>
        </p:nvGrpSpPr>
        <p:grpSpPr>
          <a:xfrm>
            <a:off x="3064738" y="4805558"/>
            <a:ext cx="392400" cy="369332"/>
            <a:chOff x="3427030" y="4805558"/>
            <a:chExt cx="392400" cy="369332"/>
          </a:xfrm>
        </p:grpSpPr>
        <p:sp>
          <p:nvSpPr>
            <p:cNvPr id="157" name="矩形 156"/>
            <p:cNvSpPr/>
            <p:nvPr/>
          </p:nvSpPr>
          <p:spPr>
            <a:xfrm>
              <a:off x="3427030" y="4830102"/>
              <a:ext cx="392400" cy="307587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8" name="文字方塊 157"/>
            <p:cNvSpPr txBox="1"/>
            <p:nvPr/>
          </p:nvSpPr>
          <p:spPr>
            <a:xfrm>
              <a:off x="3443338" y="4805558"/>
              <a:ext cx="3513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群組 10"/>
          <p:cNvGrpSpPr/>
          <p:nvPr/>
        </p:nvGrpSpPr>
        <p:grpSpPr>
          <a:xfrm>
            <a:off x="5256128" y="2276448"/>
            <a:ext cx="3094995" cy="2552358"/>
            <a:chOff x="5256128" y="2276448"/>
            <a:chExt cx="3094995" cy="2552358"/>
          </a:xfrm>
        </p:grpSpPr>
        <p:grpSp>
          <p:nvGrpSpPr>
            <p:cNvPr id="216" name="群組 215"/>
            <p:cNvGrpSpPr/>
            <p:nvPr/>
          </p:nvGrpSpPr>
          <p:grpSpPr>
            <a:xfrm>
              <a:off x="7337146" y="2815200"/>
              <a:ext cx="338555" cy="369332"/>
              <a:chOff x="8216998" y="2815200"/>
              <a:chExt cx="338555" cy="369332"/>
            </a:xfrm>
          </p:grpSpPr>
          <p:sp>
            <p:nvSpPr>
              <p:cNvPr id="194" name="橢圓 193"/>
              <p:cNvSpPr/>
              <p:nvPr/>
            </p:nvSpPr>
            <p:spPr>
              <a:xfrm>
                <a:off x="8232474" y="2869131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7" name="文字方塊 196"/>
              <p:cNvSpPr txBox="1"/>
              <p:nvPr/>
            </p:nvSpPr>
            <p:spPr>
              <a:xfrm>
                <a:off x="8216998" y="2815200"/>
                <a:ext cx="3385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08" name="群組 207"/>
            <p:cNvGrpSpPr/>
            <p:nvPr/>
          </p:nvGrpSpPr>
          <p:grpSpPr>
            <a:xfrm>
              <a:off x="5934359" y="2815087"/>
              <a:ext cx="351379" cy="369332"/>
              <a:chOff x="6986731" y="2815087"/>
              <a:chExt cx="351379" cy="369332"/>
            </a:xfrm>
          </p:grpSpPr>
          <p:sp>
            <p:nvSpPr>
              <p:cNvPr id="163" name="橢圓 162"/>
              <p:cNvSpPr/>
              <p:nvPr/>
            </p:nvSpPr>
            <p:spPr>
              <a:xfrm>
                <a:off x="7025520" y="2865278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4" name="文字方塊 163"/>
              <p:cNvSpPr txBox="1"/>
              <p:nvPr/>
            </p:nvSpPr>
            <p:spPr>
              <a:xfrm>
                <a:off x="6986731" y="2815087"/>
                <a:ext cx="3513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65" name="直線接點 164"/>
            <p:cNvCxnSpPr>
              <a:stCxn id="163" idx="4"/>
              <a:endCxn id="168" idx="0"/>
            </p:cNvCxnSpPr>
            <p:nvPr/>
          </p:nvCxnSpPr>
          <p:spPr>
            <a:xfrm flipH="1">
              <a:off x="5889314" y="3153278"/>
              <a:ext cx="227834" cy="38907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直線接點 165"/>
            <p:cNvCxnSpPr>
              <a:stCxn id="163" idx="4"/>
              <a:endCxn id="198" idx="0"/>
            </p:cNvCxnSpPr>
            <p:nvPr/>
          </p:nvCxnSpPr>
          <p:spPr>
            <a:xfrm>
              <a:off x="6117148" y="3153278"/>
              <a:ext cx="220929" cy="401726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文字方塊 166"/>
            <p:cNvSpPr txBox="1"/>
            <p:nvPr/>
          </p:nvSpPr>
          <p:spPr>
            <a:xfrm>
              <a:off x="5739272" y="280881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8" name="矩形 167"/>
            <p:cNvSpPr/>
            <p:nvPr/>
          </p:nvSpPr>
          <p:spPr>
            <a:xfrm>
              <a:off x="5694016" y="3542353"/>
              <a:ext cx="390595" cy="1280695"/>
            </a:xfrm>
            <a:prstGeom prst="rect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9" name="文字方塊 168"/>
            <p:cNvSpPr txBox="1"/>
            <p:nvPr/>
          </p:nvSpPr>
          <p:spPr>
            <a:xfrm>
              <a:off x="5649318" y="3943549"/>
              <a:ext cx="4924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AL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93" name="直線接點 192"/>
            <p:cNvCxnSpPr>
              <a:stCxn id="194" idx="4"/>
              <a:endCxn id="200" idx="0"/>
            </p:cNvCxnSpPr>
            <p:nvPr/>
          </p:nvCxnSpPr>
          <p:spPr>
            <a:xfrm flipH="1">
              <a:off x="7273782" y="3157131"/>
              <a:ext cx="222840" cy="397872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線接點 194"/>
            <p:cNvCxnSpPr>
              <a:stCxn id="194" idx="4"/>
              <a:endCxn id="173" idx="0"/>
            </p:cNvCxnSpPr>
            <p:nvPr/>
          </p:nvCxnSpPr>
          <p:spPr>
            <a:xfrm>
              <a:off x="7496622" y="3157131"/>
              <a:ext cx="227162" cy="39098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文字方塊 195"/>
            <p:cNvSpPr txBox="1"/>
            <p:nvPr/>
          </p:nvSpPr>
          <p:spPr>
            <a:xfrm>
              <a:off x="6451322" y="2276448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8" name="矩形 197"/>
            <p:cNvSpPr/>
            <p:nvPr/>
          </p:nvSpPr>
          <p:spPr>
            <a:xfrm>
              <a:off x="6142779" y="3555004"/>
              <a:ext cx="390595" cy="926577"/>
            </a:xfrm>
            <a:prstGeom prst="rect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9" name="文字方塊 198"/>
            <p:cNvSpPr txBox="1"/>
            <p:nvPr/>
          </p:nvSpPr>
          <p:spPr>
            <a:xfrm>
              <a:off x="6104493" y="3748724"/>
              <a:ext cx="4796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0" name="矩形 199"/>
            <p:cNvSpPr/>
            <p:nvPr/>
          </p:nvSpPr>
          <p:spPr>
            <a:xfrm>
              <a:off x="7078484" y="3555003"/>
              <a:ext cx="390595" cy="926577"/>
            </a:xfrm>
            <a:prstGeom prst="rect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1" name="文字方塊 200"/>
            <p:cNvSpPr txBox="1"/>
            <p:nvPr/>
          </p:nvSpPr>
          <p:spPr>
            <a:xfrm>
              <a:off x="7024870" y="3748876"/>
              <a:ext cx="4924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CR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71" name="群組 170"/>
            <p:cNvGrpSpPr/>
            <p:nvPr/>
          </p:nvGrpSpPr>
          <p:grpSpPr>
            <a:xfrm>
              <a:off x="6469679" y="3565923"/>
              <a:ext cx="659155" cy="926577"/>
              <a:chOff x="478013" y="3683389"/>
              <a:chExt cx="659155" cy="926577"/>
            </a:xfrm>
          </p:grpSpPr>
          <p:cxnSp>
            <p:nvCxnSpPr>
              <p:cNvPr id="190" name="直線接點 189"/>
              <p:cNvCxnSpPr/>
              <p:nvPr/>
            </p:nvCxnSpPr>
            <p:spPr>
              <a:xfrm>
                <a:off x="683116" y="3683389"/>
                <a:ext cx="251523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直線接點 190"/>
              <p:cNvCxnSpPr/>
              <p:nvPr/>
            </p:nvCxnSpPr>
            <p:spPr>
              <a:xfrm>
                <a:off x="683116" y="4588264"/>
                <a:ext cx="251523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直線單箭頭接點 191"/>
              <p:cNvCxnSpPr/>
              <p:nvPr/>
            </p:nvCxnSpPr>
            <p:spPr>
              <a:xfrm>
                <a:off x="806087" y="3683389"/>
                <a:ext cx="0" cy="926577"/>
              </a:xfrm>
              <a:prstGeom prst="straightConnector1">
                <a:avLst/>
              </a:prstGeom>
              <a:ln w="28575"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9" name="文字方塊 188"/>
              <p:cNvSpPr txBox="1"/>
              <p:nvPr/>
            </p:nvSpPr>
            <p:spPr>
              <a:xfrm>
                <a:off x="478013" y="3962011"/>
                <a:ext cx="6591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i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altLang="zh-TW" b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1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72" name="群組 171"/>
            <p:cNvGrpSpPr/>
            <p:nvPr/>
          </p:nvGrpSpPr>
          <p:grpSpPr>
            <a:xfrm>
              <a:off x="5256128" y="3552183"/>
              <a:ext cx="397951" cy="1260000"/>
              <a:chOff x="2165853" y="2869724"/>
              <a:chExt cx="397951" cy="1260000"/>
            </a:xfrm>
          </p:grpSpPr>
          <p:sp>
            <p:nvSpPr>
              <p:cNvPr id="185" name="文字方塊 184"/>
              <p:cNvSpPr txBox="1"/>
              <p:nvPr/>
            </p:nvSpPr>
            <p:spPr>
              <a:xfrm>
                <a:off x="2165853" y="3313140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i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86" name="直線接點 185"/>
              <p:cNvCxnSpPr/>
              <p:nvPr/>
            </p:nvCxnSpPr>
            <p:spPr>
              <a:xfrm>
                <a:off x="2312281" y="2869725"/>
                <a:ext cx="251523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直線接點 186"/>
              <p:cNvCxnSpPr/>
              <p:nvPr/>
            </p:nvCxnSpPr>
            <p:spPr>
              <a:xfrm>
                <a:off x="2312281" y="4128266"/>
                <a:ext cx="251523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直線單箭頭接點 187"/>
              <p:cNvCxnSpPr/>
              <p:nvPr/>
            </p:nvCxnSpPr>
            <p:spPr>
              <a:xfrm>
                <a:off x="2435252" y="2869724"/>
                <a:ext cx="0" cy="1260000"/>
              </a:xfrm>
              <a:prstGeom prst="straightConnector1">
                <a:avLst/>
              </a:prstGeom>
              <a:ln w="28575"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3" name="矩形 172"/>
            <p:cNvSpPr/>
            <p:nvPr/>
          </p:nvSpPr>
          <p:spPr>
            <a:xfrm>
              <a:off x="7528486" y="3548111"/>
              <a:ext cx="390595" cy="1280695"/>
            </a:xfrm>
            <a:prstGeom prst="rect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4" name="文字方塊 173"/>
            <p:cNvSpPr txBox="1"/>
            <p:nvPr/>
          </p:nvSpPr>
          <p:spPr>
            <a:xfrm>
              <a:off x="7483788" y="3906177"/>
              <a:ext cx="4924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BR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17" name="群組 216"/>
            <p:cNvGrpSpPr/>
            <p:nvPr/>
          </p:nvGrpSpPr>
          <p:grpSpPr>
            <a:xfrm>
              <a:off x="6644206" y="2286000"/>
              <a:ext cx="351379" cy="369332"/>
              <a:chOff x="7549936" y="2286000"/>
              <a:chExt cx="351379" cy="369332"/>
            </a:xfrm>
          </p:grpSpPr>
          <p:sp>
            <p:nvSpPr>
              <p:cNvPr id="175" name="橢圓 174"/>
              <p:cNvSpPr/>
              <p:nvPr/>
            </p:nvSpPr>
            <p:spPr>
              <a:xfrm>
                <a:off x="7597351" y="2336191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6" name="文字方塊 175"/>
              <p:cNvSpPr txBox="1"/>
              <p:nvPr/>
            </p:nvSpPr>
            <p:spPr>
              <a:xfrm>
                <a:off x="7549936" y="2286000"/>
                <a:ext cx="3513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77" name="直線接點 176"/>
            <p:cNvCxnSpPr>
              <a:stCxn id="175" idx="4"/>
              <a:endCxn id="163" idx="0"/>
            </p:cNvCxnSpPr>
            <p:nvPr/>
          </p:nvCxnSpPr>
          <p:spPr>
            <a:xfrm flipH="1">
              <a:off x="6117148" y="2624191"/>
              <a:ext cx="718473" cy="24108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直線接點 177"/>
            <p:cNvCxnSpPr>
              <a:stCxn id="175" idx="4"/>
              <a:endCxn id="194" idx="0"/>
            </p:cNvCxnSpPr>
            <p:nvPr/>
          </p:nvCxnSpPr>
          <p:spPr>
            <a:xfrm>
              <a:off x="6835621" y="2624191"/>
              <a:ext cx="661001" cy="2449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9" name="群組 178"/>
            <p:cNvGrpSpPr/>
            <p:nvPr/>
          </p:nvGrpSpPr>
          <p:grpSpPr>
            <a:xfrm>
              <a:off x="7951743" y="3560180"/>
              <a:ext cx="399380" cy="1260000"/>
              <a:chOff x="2312281" y="2869724"/>
              <a:chExt cx="399380" cy="1260000"/>
            </a:xfrm>
          </p:grpSpPr>
          <p:sp>
            <p:nvSpPr>
              <p:cNvPr id="181" name="文字方塊 180"/>
              <p:cNvSpPr txBox="1"/>
              <p:nvPr/>
            </p:nvSpPr>
            <p:spPr>
              <a:xfrm>
                <a:off x="2398755" y="3313140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i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82" name="直線接點 181"/>
              <p:cNvCxnSpPr/>
              <p:nvPr/>
            </p:nvCxnSpPr>
            <p:spPr>
              <a:xfrm>
                <a:off x="2312281" y="2869725"/>
                <a:ext cx="251523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直線接點 182"/>
              <p:cNvCxnSpPr/>
              <p:nvPr/>
            </p:nvCxnSpPr>
            <p:spPr>
              <a:xfrm>
                <a:off x="2312281" y="4128266"/>
                <a:ext cx="251523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直線單箭頭接點 183"/>
              <p:cNvCxnSpPr/>
              <p:nvPr/>
            </p:nvCxnSpPr>
            <p:spPr>
              <a:xfrm>
                <a:off x="2435252" y="2869724"/>
                <a:ext cx="0" cy="1260000"/>
              </a:xfrm>
              <a:prstGeom prst="straightConnector1">
                <a:avLst/>
              </a:prstGeom>
              <a:ln w="28575"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0" name="文字方塊 179"/>
            <p:cNvSpPr txBox="1"/>
            <p:nvPr/>
          </p:nvSpPr>
          <p:spPr>
            <a:xfrm>
              <a:off x="7606118" y="2799672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–1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2" name="矩形 201"/>
            <p:cNvSpPr/>
            <p:nvPr/>
          </p:nvSpPr>
          <p:spPr>
            <a:xfrm>
              <a:off x="6140091" y="4483418"/>
              <a:ext cx="388800" cy="307587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3" name="文字方塊 202"/>
            <p:cNvSpPr txBox="1"/>
            <p:nvPr/>
          </p:nvSpPr>
          <p:spPr>
            <a:xfrm>
              <a:off x="6156399" y="4458874"/>
              <a:ext cx="3513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6" name="文字方塊 15"/>
          <p:cNvSpPr txBox="1"/>
          <p:nvPr/>
        </p:nvSpPr>
        <p:spPr>
          <a:xfrm>
            <a:off x="3459976" y="281418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文字方塊 114"/>
          <p:cNvSpPr txBox="1"/>
          <p:nvPr/>
        </p:nvSpPr>
        <p:spPr>
          <a:xfrm>
            <a:off x="2761305" y="228600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3118622" y="3361846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" name="橢圓 159"/>
          <p:cNvSpPr/>
          <p:nvPr/>
        </p:nvSpPr>
        <p:spPr>
          <a:xfrm>
            <a:off x="3697328" y="286527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1" name="文字方塊 160"/>
          <p:cNvSpPr txBox="1"/>
          <p:nvPr/>
        </p:nvSpPr>
        <p:spPr>
          <a:xfrm>
            <a:off x="3658539" y="2815087"/>
            <a:ext cx="351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2" name="直線接點 161"/>
          <p:cNvCxnSpPr>
            <a:stCxn id="160" idx="4"/>
            <a:endCxn id="237" idx="0"/>
          </p:cNvCxnSpPr>
          <p:nvPr/>
        </p:nvCxnSpPr>
        <p:spPr>
          <a:xfrm>
            <a:off x="3841328" y="3153278"/>
            <a:ext cx="332856" cy="38907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接點 169"/>
          <p:cNvCxnSpPr>
            <a:stCxn id="160" idx="4"/>
            <a:endCxn id="225" idx="0"/>
          </p:cNvCxnSpPr>
          <p:nvPr/>
        </p:nvCxnSpPr>
        <p:spPr>
          <a:xfrm flipH="1">
            <a:off x="3491390" y="3153278"/>
            <a:ext cx="349938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文字方塊 203"/>
          <p:cNvSpPr txBox="1"/>
          <p:nvPr/>
        </p:nvSpPr>
        <p:spPr>
          <a:xfrm>
            <a:off x="3456832" y="281508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5" name="群組 204"/>
          <p:cNvGrpSpPr/>
          <p:nvPr/>
        </p:nvGrpSpPr>
        <p:grpSpPr>
          <a:xfrm>
            <a:off x="3934188" y="3542353"/>
            <a:ext cx="834072" cy="1280695"/>
            <a:chOff x="385291" y="3541348"/>
            <a:chExt cx="834072" cy="1280695"/>
          </a:xfrm>
        </p:grpSpPr>
        <p:sp>
          <p:nvSpPr>
            <p:cNvPr id="237" name="矩形 236"/>
            <p:cNvSpPr/>
            <p:nvPr/>
          </p:nvSpPr>
          <p:spPr>
            <a:xfrm>
              <a:off x="429989" y="3541348"/>
              <a:ext cx="390595" cy="1280695"/>
            </a:xfrm>
            <a:prstGeom prst="rect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8" name="文字方塊 237"/>
            <p:cNvSpPr txBox="1"/>
            <p:nvPr/>
          </p:nvSpPr>
          <p:spPr>
            <a:xfrm>
              <a:off x="385291" y="3942544"/>
              <a:ext cx="4924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BR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39" name="群組 238"/>
            <p:cNvGrpSpPr/>
            <p:nvPr/>
          </p:nvGrpSpPr>
          <p:grpSpPr>
            <a:xfrm>
              <a:off x="837235" y="3551178"/>
              <a:ext cx="382128" cy="1260000"/>
              <a:chOff x="3010987" y="2869724"/>
              <a:chExt cx="382128" cy="1260000"/>
            </a:xfrm>
          </p:grpSpPr>
          <p:sp>
            <p:nvSpPr>
              <p:cNvPr id="240" name="文字方塊 239"/>
              <p:cNvSpPr txBox="1"/>
              <p:nvPr/>
            </p:nvSpPr>
            <p:spPr>
              <a:xfrm>
                <a:off x="3080209" y="3313140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i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41" name="直線接點 240"/>
              <p:cNvCxnSpPr/>
              <p:nvPr/>
            </p:nvCxnSpPr>
            <p:spPr>
              <a:xfrm>
                <a:off x="3010987" y="2869725"/>
                <a:ext cx="251523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直線接點 241"/>
              <p:cNvCxnSpPr/>
              <p:nvPr/>
            </p:nvCxnSpPr>
            <p:spPr>
              <a:xfrm>
                <a:off x="3010987" y="4128266"/>
                <a:ext cx="251523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直線單箭頭接點 242"/>
              <p:cNvCxnSpPr/>
              <p:nvPr/>
            </p:nvCxnSpPr>
            <p:spPr>
              <a:xfrm>
                <a:off x="3133958" y="2869724"/>
                <a:ext cx="0" cy="1260000"/>
              </a:xfrm>
              <a:prstGeom prst="straightConnector1">
                <a:avLst/>
              </a:prstGeom>
              <a:ln w="28575"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06" name="矩形 205"/>
          <p:cNvSpPr/>
          <p:nvPr/>
        </p:nvSpPr>
        <p:spPr>
          <a:xfrm>
            <a:off x="2319826" y="2883909"/>
            <a:ext cx="390595" cy="1280695"/>
          </a:xfrm>
          <a:prstGeom prst="rect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7" name="文字方塊 206"/>
          <p:cNvSpPr txBox="1"/>
          <p:nvPr/>
        </p:nvSpPr>
        <p:spPr>
          <a:xfrm>
            <a:off x="2281541" y="3285105"/>
            <a:ext cx="479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9" name="橢圓 208"/>
          <p:cNvSpPr/>
          <p:nvPr/>
        </p:nvSpPr>
        <p:spPr>
          <a:xfrm>
            <a:off x="3087397" y="233619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0" name="文字方塊 209"/>
          <p:cNvSpPr txBox="1"/>
          <p:nvPr/>
        </p:nvSpPr>
        <p:spPr>
          <a:xfrm>
            <a:off x="3048608" y="2286000"/>
            <a:ext cx="351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1" name="直線接點 210"/>
          <p:cNvCxnSpPr>
            <a:stCxn id="209" idx="4"/>
            <a:endCxn id="160" idx="0"/>
          </p:cNvCxnSpPr>
          <p:nvPr/>
        </p:nvCxnSpPr>
        <p:spPr>
          <a:xfrm>
            <a:off x="3231397" y="2624191"/>
            <a:ext cx="609931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線接點 211"/>
          <p:cNvCxnSpPr>
            <a:stCxn id="209" idx="4"/>
            <a:endCxn id="206" idx="0"/>
          </p:cNvCxnSpPr>
          <p:nvPr/>
        </p:nvCxnSpPr>
        <p:spPr>
          <a:xfrm flipH="1">
            <a:off x="2515124" y="2624191"/>
            <a:ext cx="716273" cy="259718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3" name="群組 212"/>
          <p:cNvGrpSpPr/>
          <p:nvPr/>
        </p:nvGrpSpPr>
        <p:grpSpPr>
          <a:xfrm>
            <a:off x="1897949" y="2895978"/>
            <a:ext cx="380699" cy="1260000"/>
            <a:chOff x="2183105" y="2869724"/>
            <a:chExt cx="380699" cy="1260000"/>
          </a:xfrm>
        </p:grpSpPr>
        <p:sp>
          <p:nvSpPr>
            <p:cNvPr id="233" name="文字方塊 232"/>
            <p:cNvSpPr txBox="1"/>
            <p:nvPr/>
          </p:nvSpPr>
          <p:spPr>
            <a:xfrm>
              <a:off x="2183105" y="331314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34" name="直線接點 233"/>
            <p:cNvCxnSpPr/>
            <p:nvPr/>
          </p:nvCxnSpPr>
          <p:spPr>
            <a:xfrm>
              <a:off x="2312281" y="2869725"/>
              <a:ext cx="25152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直線接點 234"/>
            <p:cNvCxnSpPr/>
            <p:nvPr/>
          </p:nvCxnSpPr>
          <p:spPr>
            <a:xfrm>
              <a:off x="2312281" y="4128266"/>
              <a:ext cx="25152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直線單箭頭接點 235"/>
            <p:cNvCxnSpPr/>
            <p:nvPr/>
          </p:nvCxnSpPr>
          <p:spPr>
            <a:xfrm>
              <a:off x="2435252" y="2869724"/>
              <a:ext cx="0" cy="1260000"/>
            </a:xfrm>
            <a:prstGeom prst="straightConnector1">
              <a:avLst/>
            </a:prstGeom>
            <a:ln w="28575"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4" name="文字方塊 213"/>
          <p:cNvSpPr txBox="1"/>
          <p:nvPr/>
        </p:nvSpPr>
        <p:spPr>
          <a:xfrm>
            <a:off x="2758161" y="228689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4" name="直線接點 223"/>
          <p:cNvCxnSpPr>
            <a:stCxn id="225" idx="4"/>
            <a:endCxn id="229" idx="0"/>
          </p:cNvCxnSpPr>
          <p:nvPr/>
        </p:nvCxnSpPr>
        <p:spPr>
          <a:xfrm flipH="1">
            <a:off x="3260039" y="3699618"/>
            <a:ext cx="231351" cy="200426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橢圓 224"/>
          <p:cNvSpPr/>
          <p:nvPr/>
        </p:nvSpPr>
        <p:spPr>
          <a:xfrm>
            <a:off x="3347390" y="341161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26" name="直線接點 225"/>
          <p:cNvCxnSpPr>
            <a:stCxn id="225" idx="4"/>
            <a:endCxn id="231" idx="0"/>
          </p:cNvCxnSpPr>
          <p:nvPr/>
        </p:nvCxnSpPr>
        <p:spPr>
          <a:xfrm>
            <a:off x="3491390" y="3699618"/>
            <a:ext cx="221298" cy="2004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文字方塊 226"/>
          <p:cNvSpPr txBox="1"/>
          <p:nvPr/>
        </p:nvSpPr>
        <p:spPr>
          <a:xfrm>
            <a:off x="3115478" y="3362745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8" name="文字方塊 227"/>
          <p:cNvSpPr txBox="1"/>
          <p:nvPr/>
        </p:nvSpPr>
        <p:spPr>
          <a:xfrm>
            <a:off x="3314662" y="3357687"/>
            <a:ext cx="338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9" name="矩形 228"/>
          <p:cNvSpPr/>
          <p:nvPr/>
        </p:nvSpPr>
        <p:spPr>
          <a:xfrm>
            <a:off x="3064741" y="3900044"/>
            <a:ext cx="390595" cy="926577"/>
          </a:xfrm>
          <a:prstGeom prst="rect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0" name="文字方塊 229"/>
          <p:cNvSpPr txBox="1"/>
          <p:nvPr/>
        </p:nvSpPr>
        <p:spPr>
          <a:xfrm>
            <a:off x="3026455" y="4093764"/>
            <a:ext cx="479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1" name="矩形 230"/>
          <p:cNvSpPr/>
          <p:nvPr/>
        </p:nvSpPr>
        <p:spPr>
          <a:xfrm>
            <a:off x="3517390" y="3900043"/>
            <a:ext cx="390595" cy="926577"/>
          </a:xfrm>
          <a:prstGeom prst="rect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2" name="文字方塊 231"/>
          <p:cNvSpPr txBox="1"/>
          <p:nvPr/>
        </p:nvSpPr>
        <p:spPr>
          <a:xfrm>
            <a:off x="3472692" y="4093763"/>
            <a:ext cx="492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19" name="群組 218"/>
          <p:cNvGrpSpPr/>
          <p:nvPr/>
        </p:nvGrpSpPr>
        <p:grpSpPr>
          <a:xfrm>
            <a:off x="2327588" y="3900044"/>
            <a:ext cx="698154" cy="926577"/>
            <a:chOff x="-945277" y="3683389"/>
            <a:chExt cx="698154" cy="926577"/>
          </a:xfrm>
        </p:grpSpPr>
        <p:sp>
          <p:nvSpPr>
            <p:cNvPr id="220" name="文字方塊 219"/>
            <p:cNvSpPr txBox="1"/>
            <p:nvPr/>
          </p:nvSpPr>
          <p:spPr>
            <a:xfrm>
              <a:off x="-945277" y="3962011"/>
              <a:ext cx="6591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– 1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21" name="直線接點 220"/>
            <p:cNvCxnSpPr/>
            <p:nvPr/>
          </p:nvCxnSpPr>
          <p:spPr>
            <a:xfrm>
              <a:off x="-498646" y="3683389"/>
              <a:ext cx="25152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直線接點 221"/>
            <p:cNvCxnSpPr/>
            <p:nvPr/>
          </p:nvCxnSpPr>
          <p:spPr>
            <a:xfrm>
              <a:off x="-498646" y="4588264"/>
              <a:ext cx="25152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直線單箭頭接點 222"/>
            <p:cNvCxnSpPr/>
            <p:nvPr/>
          </p:nvCxnSpPr>
          <p:spPr>
            <a:xfrm>
              <a:off x="-375675" y="3683389"/>
              <a:ext cx="0" cy="926577"/>
            </a:xfrm>
            <a:prstGeom prst="straightConnector1">
              <a:avLst/>
            </a:prstGeom>
            <a:ln w="28575"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2" name="向右箭號 141"/>
          <p:cNvSpPr/>
          <p:nvPr/>
        </p:nvSpPr>
        <p:spPr>
          <a:xfrm>
            <a:off x="4731617" y="3640834"/>
            <a:ext cx="246071" cy="3008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3" name="文字方塊 142"/>
          <p:cNvSpPr txBox="1"/>
          <p:nvPr/>
        </p:nvSpPr>
        <p:spPr>
          <a:xfrm>
            <a:off x="2322916" y="5344361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平衡</a:t>
            </a:r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44" name="文字方塊 143"/>
          <p:cNvSpPr txBox="1"/>
          <p:nvPr/>
        </p:nvSpPr>
        <p:spPr>
          <a:xfrm>
            <a:off x="2094041" y="5344361"/>
            <a:ext cx="12105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失去平衡</a:t>
            </a:r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45" name="文字方塊 144"/>
          <p:cNvSpPr txBox="1"/>
          <p:nvPr/>
        </p:nvSpPr>
        <p:spPr>
          <a:xfrm>
            <a:off x="6307657" y="5344361"/>
            <a:ext cx="12105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重新平衡</a:t>
            </a:r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46" name="文字方塊 145"/>
          <p:cNvSpPr txBox="1"/>
          <p:nvPr/>
        </p:nvSpPr>
        <p:spPr>
          <a:xfrm>
            <a:off x="1174408" y="2257312"/>
            <a:ext cx="9541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插入</a:t>
            </a:r>
            <a:endParaRPr lang="en-US" altLang="zh-TW" sz="2000" b="1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2000" b="1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新節點</a:t>
            </a:r>
            <a:endParaRPr lang="zh-TW" altLang="en-US" b="1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47" name="文字方塊 146"/>
          <p:cNvSpPr txBox="1"/>
          <p:nvPr/>
        </p:nvSpPr>
        <p:spPr>
          <a:xfrm>
            <a:off x="4377598" y="2257312"/>
            <a:ext cx="9541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逆時針</a:t>
            </a:r>
            <a:endParaRPr lang="en-US" altLang="zh-TW" sz="2000" b="1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2000" b="1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旋轉</a:t>
            </a:r>
            <a:endParaRPr lang="zh-TW" altLang="en-US" sz="2000" b="1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176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3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2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15" grpId="0"/>
      <p:bldP spid="24" grpId="0"/>
      <p:bldP spid="204" grpId="0"/>
      <p:bldP spid="214" grpId="0"/>
      <p:bldP spid="227" grpId="0"/>
      <p:bldP spid="142" grpId="0" animBg="1"/>
      <p:bldP spid="143" grpId="0"/>
      <p:bldP spid="144" grpId="0"/>
      <p:bldP spid="145" grpId="0"/>
      <p:bldP spid="146" grpId="0"/>
      <p:bldP spid="14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RL</a:t>
            </a:r>
            <a:r>
              <a:rPr lang="zh-TW" altLang="en-US" dirty="0" smtClean="0"/>
              <a:t>型</a:t>
            </a:r>
            <a:r>
              <a:rPr lang="zh-TW" altLang="en-US" dirty="0"/>
              <a:t>旋轉 </a:t>
            </a:r>
            <a:r>
              <a:rPr lang="en-US" altLang="zh-TW" dirty="0" smtClean="0"/>
              <a:t>(2/2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2026/05/13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12</a:t>
            </a:fld>
            <a:endParaRPr lang="en-US" altLang="zh-TW" dirty="0"/>
          </a:p>
        </p:txBody>
      </p:sp>
      <p:sp>
        <p:nvSpPr>
          <p:cNvPr id="11" name="橢圓 10"/>
          <p:cNvSpPr/>
          <p:nvPr/>
        </p:nvSpPr>
        <p:spPr>
          <a:xfrm>
            <a:off x="2139576" y="168686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" name="直線接點 12"/>
          <p:cNvCxnSpPr>
            <a:stCxn id="11" idx="4"/>
            <a:endCxn id="15" idx="0"/>
          </p:cNvCxnSpPr>
          <p:nvPr/>
        </p:nvCxnSpPr>
        <p:spPr>
          <a:xfrm>
            <a:off x="2283576" y="1974867"/>
            <a:ext cx="37597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2074906" y="163667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橢圓 14"/>
          <p:cNvSpPr/>
          <p:nvPr/>
        </p:nvSpPr>
        <p:spPr>
          <a:xfrm>
            <a:off x="2515552" y="223320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/>
          <p:cNvSpPr/>
          <p:nvPr/>
        </p:nvSpPr>
        <p:spPr>
          <a:xfrm>
            <a:off x="2170719" y="279809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/>
          <p:cNvSpPr txBox="1"/>
          <p:nvPr/>
        </p:nvSpPr>
        <p:spPr>
          <a:xfrm>
            <a:off x="1794578" y="163667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2254421" y="2184334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2257638" y="217369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2449859" y="218048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直線接點 28"/>
          <p:cNvCxnSpPr>
            <a:stCxn id="15" idx="4"/>
            <a:endCxn id="18" idx="0"/>
          </p:cNvCxnSpPr>
          <p:nvPr/>
        </p:nvCxnSpPr>
        <p:spPr>
          <a:xfrm flipH="1">
            <a:off x="2314719" y="2521207"/>
            <a:ext cx="344833" cy="27689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/>
          <p:cNvSpPr txBox="1"/>
          <p:nvPr/>
        </p:nvSpPr>
        <p:spPr>
          <a:xfrm>
            <a:off x="2115091" y="2751158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1780238" y="163667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1907704" y="2754215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9" name="群組 58"/>
          <p:cNvGrpSpPr/>
          <p:nvPr/>
        </p:nvGrpSpPr>
        <p:grpSpPr>
          <a:xfrm>
            <a:off x="5729364" y="2006008"/>
            <a:ext cx="1433436" cy="930982"/>
            <a:chOff x="1505930" y="4223763"/>
            <a:chExt cx="1433436" cy="930982"/>
          </a:xfrm>
        </p:grpSpPr>
        <p:sp>
          <p:nvSpPr>
            <p:cNvPr id="41" name="橢圓 40"/>
            <p:cNvSpPr/>
            <p:nvPr/>
          </p:nvSpPr>
          <p:spPr>
            <a:xfrm>
              <a:off x="2070528" y="4273954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2" name="直線接點 41"/>
            <p:cNvCxnSpPr>
              <a:stCxn id="41" idx="4"/>
              <a:endCxn id="46" idx="0"/>
            </p:cNvCxnSpPr>
            <p:nvPr/>
          </p:nvCxnSpPr>
          <p:spPr>
            <a:xfrm>
              <a:off x="2214528" y="4561954"/>
              <a:ext cx="349520" cy="26412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接點 42"/>
            <p:cNvCxnSpPr>
              <a:stCxn id="41" idx="4"/>
              <a:endCxn id="45" idx="0"/>
            </p:cNvCxnSpPr>
            <p:nvPr/>
          </p:nvCxnSpPr>
          <p:spPr>
            <a:xfrm flipH="1">
              <a:off x="1872317" y="4561954"/>
              <a:ext cx="342211" cy="2583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文字方塊 43"/>
            <p:cNvSpPr txBox="1"/>
            <p:nvPr/>
          </p:nvSpPr>
          <p:spPr>
            <a:xfrm>
              <a:off x="2012035" y="4223763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橢圓 44"/>
            <p:cNvSpPr/>
            <p:nvPr/>
          </p:nvSpPr>
          <p:spPr>
            <a:xfrm>
              <a:off x="1728317" y="4820294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橢圓 45"/>
            <p:cNvSpPr/>
            <p:nvPr/>
          </p:nvSpPr>
          <p:spPr>
            <a:xfrm>
              <a:off x="2420048" y="4826079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0" name="文字方塊 49"/>
            <p:cNvSpPr txBox="1"/>
            <p:nvPr/>
          </p:nvSpPr>
          <p:spPr>
            <a:xfrm>
              <a:off x="1838656" y="4223763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文字方塊 50"/>
            <p:cNvSpPr txBox="1"/>
            <p:nvPr/>
          </p:nvSpPr>
          <p:spPr>
            <a:xfrm>
              <a:off x="1505930" y="4771421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文字方塊 55"/>
            <p:cNvSpPr txBox="1"/>
            <p:nvPr/>
          </p:nvSpPr>
          <p:spPr>
            <a:xfrm>
              <a:off x="2359838" y="4785413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文字方塊 56"/>
            <p:cNvSpPr txBox="1"/>
            <p:nvPr/>
          </p:nvSpPr>
          <p:spPr>
            <a:xfrm>
              <a:off x="1670264" y="4771421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2639283" y="4771421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0" name="向右箭號 59"/>
          <p:cNvSpPr/>
          <p:nvPr/>
        </p:nvSpPr>
        <p:spPr>
          <a:xfrm>
            <a:off x="4276680" y="2240965"/>
            <a:ext cx="576064" cy="5604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文字方塊 73"/>
          <p:cNvSpPr txBox="1"/>
          <p:nvPr/>
        </p:nvSpPr>
        <p:spPr>
          <a:xfrm>
            <a:off x="2358286" y="4125957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2126706" y="4673615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橢圓 75"/>
          <p:cNvSpPr/>
          <p:nvPr/>
        </p:nvSpPr>
        <p:spPr>
          <a:xfrm>
            <a:off x="2641859" y="576700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7" name="直線接點 76"/>
          <p:cNvCxnSpPr>
            <a:stCxn id="71" idx="4"/>
            <a:endCxn id="76" idx="0"/>
          </p:cNvCxnSpPr>
          <p:nvPr/>
        </p:nvCxnSpPr>
        <p:spPr>
          <a:xfrm flipH="1">
            <a:off x="2785859" y="5531128"/>
            <a:ext cx="194029" cy="23587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字方塊 77"/>
          <p:cNvSpPr txBox="1"/>
          <p:nvPr/>
        </p:nvSpPr>
        <p:spPr>
          <a:xfrm>
            <a:off x="2602480" y="5192937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文字方塊 78"/>
          <p:cNvSpPr txBox="1"/>
          <p:nvPr/>
        </p:nvSpPr>
        <p:spPr>
          <a:xfrm>
            <a:off x="2574310" y="572396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文字方塊 80"/>
          <p:cNvSpPr txBox="1"/>
          <p:nvPr/>
        </p:nvSpPr>
        <p:spPr>
          <a:xfrm>
            <a:off x="3455117" y="5192937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文字方塊 81"/>
          <p:cNvSpPr txBox="1"/>
          <p:nvPr/>
        </p:nvSpPr>
        <p:spPr>
          <a:xfrm>
            <a:off x="3260613" y="4673615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群組 9"/>
          <p:cNvGrpSpPr/>
          <p:nvPr/>
        </p:nvGrpSpPr>
        <p:grpSpPr>
          <a:xfrm>
            <a:off x="2285343" y="4125957"/>
            <a:ext cx="1299788" cy="1435364"/>
            <a:chOff x="2285343" y="4125957"/>
            <a:chExt cx="1299788" cy="1435364"/>
          </a:xfrm>
        </p:grpSpPr>
        <p:cxnSp>
          <p:nvCxnSpPr>
            <p:cNvPr id="64" name="直線接點 63"/>
            <p:cNvCxnSpPr>
              <a:endCxn id="71" idx="0"/>
            </p:cNvCxnSpPr>
            <p:nvPr/>
          </p:nvCxnSpPr>
          <p:spPr>
            <a:xfrm flipH="1">
              <a:off x="2979888" y="5010488"/>
              <a:ext cx="208807" cy="2326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橢圓 64"/>
            <p:cNvSpPr/>
            <p:nvPr/>
          </p:nvSpPr>
          <p:spPr>
            <a:xfrm>
              <a:off x="2691304" y="4176148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6" name="直線接點 65"/>
            <p:cNvCxnSpPr>
              <a:stCxn id="65" idx="4"/>
              <a:endCxn id="70" idx="0"/>
            </p:cNvCxnSpPr>
            <p:nvPr/>
          </p:nvCxnSpPr>
          <p:spPr>
            <a:xfrm>
              <a:off x="2835304" y="4464148"/>
              <a:ext cx="349520" cy="26412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線接點 66"/>
            <p:cNvCxnSpPr>
              <a:stCxn id="65" idx="4"/>
              <a:endCxn id="69" idx="0"/>
            </p:cNvCxnSpPr>
            <p:nvPr/>
          </p:nvCxnSpPr>
          <p:spPr>
            <a:xfrm flipH="1">
              <a:off x="2493093" y="4464148"/>
              <a:ext cx="342211" cy="2583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文字方塊 67"/>
            <p:cNvSpPr txBox="1"/>
            <p:nvPr/>
          </p:nvSpPr>
          <p:spPr>
            <a:xfrm>
              <a:off x="2620455" y="4125957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橢圓 68"/>
            <p:cNvSpPr/>
            <p:nvPr/>
          </p:nvSpPr>
          <p:spPr>
            <a:xfrm>
              <a:off x="2349093" y="4722488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橢圓 69"/>
            <p:cNvSpPr/>
            <p:nvPr/>
          </p:nvSpPr>
          <p:spPr>
            <a:xfrm>
              <a:off x="3040824" y="4728273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橢圓 70"/>
            <p:cNvSpPr/>
            <p:nvPr/>
          </p:nvSpPr>
          <p:spPr>
            <a:xfrm>
              <a:off x="2835888" y="5243128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橢圓 71"/>
            <p:cNvSpPr/>
            <p:nvPr/>
          </p:nvSpPr>
          <p:spPr>
            <a:xfrm>
              <a:off x="3233381" y="5243128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73" name="直線接點 72"/>
            <p:cNvCxnSpPr>
              <a:endCxn id="72" idx="0"/>
            </p:cNvCxnSpPr>
            <p:nvPr/>
          </p:nvCxnSpPr>
          <p:spPr>
            <a:xfrm>
              <a:off x="3188695" y="5010488"/>
              <a:ext cx="188686" cy="2326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文字方塊 82"/>
            <p:cNvSpPr txBox="1"/>
            <p:nvPr/>
          </p:nvSpPr>
          <p:spPr>
            <a:xfrm>
              <a:off x="2285343" y="4673615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文字方塊 83"/>
            <p:cNvSpPr txBox="1"/>
            <p:nvPr/>
          </p:nvSpPr>
          <p:spPr>
            <a:xfrm>
              <a:off x="2776837" y="5191989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文字方塊 84"/>
            <p:cNvSpPr txBox="1"/>
            <p:nvPr/>
          </p:nvSpPr>
          <p:spPr>
            <a:xfrm>
              <a:off x="2977074" y="4678550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文字方塊 85"/>
            <p:cNvSpPr txBox="1"/>
            <p:nvPr/>
          </p:nvSpPr>
          <p:spPr>
            <a:xfrm>
              <a:off x="3169632" y="5189942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7" name="文字方塊 86"/>
          <p:cNvSpPr txBox="1"/>
          <p:nvPr/>
        </p:nvSpPr>
        <p:spPr>
          <a:xfrm>
            <a:off x="2356301" y="411937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字方塊 87"/>
          <p:cNvSpPr txBox="1"/>
          <p:nvPr/>
        </p:nvSpPr>
        <p:spPr>
          <a:xfrm>
            <a:off x="3257054" y="466703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文字方塊 88"/>
          <p:cNvSpPr txBox="1"/>
          <p:nvPr/>
        </p:nvSpPr>
        <p:spPr>
          <a:xfrm>
            <a:off x="2597200" y="518635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文字方塊 89"/>
          <p:cNvSpPr txBox="1"/>
          <p:nvPr/>
        </p:nvSpPr>
        <p:spPr>
          <a:xfrm>
            <a:off x="2411760" y="5711859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向右箭號 106"/>
          <p:cNvSpPr/>
          <p:nvPr/>
        </p:nvSpPr>
        <p:spPr>
          <a:xfrm>
            <a:off x="4275485" y="4680367"/>
            <a:ext cx="576064" cy="5604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6" name="群組 15"/>
          <p:cNvGrpSpPr/>
          <p:nvPr/>
        </p:nvGrpSpPr>
        <p:grpSpPr>
          <a:xfrm>
            <a:off x="5503099" y="4113396"/>
            <a:ext cx="1865516" cy="1453755"/>
            <a:chOff x="5503099" y="4113396"/>
            <a:chExt cx="1865516" cy="1453755"/>
          </a:xfrm>
        </p:grpSpPr>
        <p:grpSp>
          <p:nvGrpSpPr>
            <p:cNvPr id="117" name="群組 116"/>
            <p:cNvGrpSpPr/>
            <p:nvPr/>
          </p:nvGrpSpPr>
          <p:grpSpPr>
            <a:xfrm>
              <a:off x="5686751" y="4123680"/>
              <a:ext cx="1516351" cy="1437686"/>
              <a:chOff x="5686751" y="3713328"/>
              <a:chExt cx="1516351" cy="1437686"/>
            </a:xfrm>
          </p:grpSpPr>
          <p:cxnSp>
            <p:nvCxnSpPr>
              <p:cNvPr id="93" name="直線接點 92"/>
              <p:cNvCxnSpPr>
                <a:stCxn id="98" idx="4"/>
                <a:endCxn id="100" idx="0"/>
              </p:cNvCxnSpPr>
              <p:nvPr/>
            </p:nvCxnSpPr>
            <p:spPr>
              <a:xfrm flipH="1">
                <a:off x="5890484" y="4597859"/>
                <a:ext cx="208807" cy="232640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" name="橢圓 93"/>
              <p:cNvSpPr/>
              <p:nvPr/>
            </p:nvSpPr>
            <p:spPr>
              <a:xfrm>
                <a:off x="6297502" y="3763519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95" name="直線接點 94"/>
              <p:cNvCxnSpPr>
                <a:stCxn id="94" idx="4"/>
                <a:endCxn id="99" idx="0"/>
              </p:cNvCxnSpPr>
              <p:nvPr/>
            </p:nvCxnSpPr>
            <p:spPr>
              <a:xfrm>
                <a:off x="6441502" y="4051519"/>
                <a:ext cx="349520" cy="264125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直線接點 95"/>
              <p:cNvCxnSpPr>
                <a:stCxn id="94" idx="4"/>
                <a:endCxn id="98" idx="0"/>
              </p:cNvCxnSpPr>
              <p:nvPr/>
            </p:nvCxnSpPr>
            <p:spPr>
              <a:xfrm flipH="1">
                <a:off x="6099291" y="4051519"/>
                <a:ext cx="342211" cy="258340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7" name="文字方塊 96"/>
              <p:cNvSpPr txBox="1"/>
              <p:nvPr/>
            </p:nvSpPr>
            <p:spPr>
              <a:xfrm>
                <a:off x="6226653" y="3713328"/>
                <a:ext cx="415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55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8" name="橢圓 97"/>
              <p:cNvSpPr/>
              <p:nvPr/>
            </p:nvSpPr>
            <p:spPr>
              <a:xfrm>
                <a:off x="5955291" y="4309859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9" name="橢圓 98"/>
              <p:cNvSpPr/>
              <p:nvPr/>
            </p:nvSpPr>
            <p:spPr>
              <a:xfrm>
                <a:off x="6647022" y="4315644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0" name="橢圓 99"/>
              <p:cNvSpPr/>
              <p:nvPr/>
            </p:nvSpPr>
            <p:spPr>
              <a:xfrm>
                <a:off x="5746484" y="4830499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02" name="直線接點 101"/>
              <p:cNvCxnSpPr>
                <a:stCxn id="98" idx="4"/>
                <a:endCxn id="108" idx="0"/>
              </p:cNvCxnSpPr>
              <p:nvPr/>
            </p:nvCxnSpPr>
            <p:spPr>
              <a:xfrm>
                <a:off x="6099291" y="4597859"/>
                <a:ext cx="231775" cy="232640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3" name="文字方塊 102"/>
              <p:cNvSpPr txBox="1"/>
              <p:nvPr/>
            </p:nvSpPr>
            <p:spPr>
              <a:xfrm>
                <a:off x="5897448" y="4277875"/>
                <a:ext cx="415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50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4" name="文字方塊 103"/>
              <p:cNvSpPr txBox="1"/>
              <p:nvPr/>
            </p:nvSpPr>
            <p:spPr>
              <a:xfrm>
                <a:off x="5686751" y="4780308"/>
                <a:ext cx="415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40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5" name="文字方塊 104"/>
              <p:cNvSpPr txBox="1"/>
              <p:nvPr/>
            </p:nvSpPr>
            <p:spPr>
              <a:xfrm>
                <a:off x="6588140" y="4267295"/>
                <a:ext cx="415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60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8" name="橢圓 107"/>
              <p:cNvSpPr/>
              <p:nvPr/>
            </p:nvSpPr>
            <p:spPr>
              <a:xfrm>
                <a:off x="6187066" y="4830499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9" name="橢圓 108"/>
              <p:cNvSpPr/>
              <p:nvPr/>
            </p:nvSpPr>
            <p:spPr>
              <a:xfrm>
                <a:off x="6846485" y="4830499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0" name="文字方塊 109"/>
              <p:cNvSpPr txBox="1"/>
              <p:nvPr/>
            </p:nvSpPr>
            <p:spPr>
              <a:xfrm>
                <a:off x="6137642" y="4781682"/>
                <a:ext cx="415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52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1" name="文字方塊 110"/>
              <p:cNvSpPr txBox="1"/>
              <p:nvPr/>
            </p:nvSpPr>
            <p:spPr>
              <a:xfrm>
                <a:off x="6787603" y="4778851"/>
                <a:ext cx="415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70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14" name="直線接點 113"/>
              <p:cNvCxnSpPr>
                <a:stCxn id="99" idx="4"/>
                <a:endCxn id="109" idx="0"/>
              </p:cNvCxnSpPr>
              <p:nvPr/>
            </p:nvCxnSpPr>
            <p:spPr>
              <a:xfrm>
                <a:off x="6791022" y="4603644"/>
                <a:ext cx="199463" cy="226855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8" name="文字方塊 117"/>
            <p:cNvSpPr txBox="1"/>
            <p:nvPr/>
          </p:nvSpPr>
          <p:spPr>
            <a:xfrm>
              <a:off x="7068532" y="5191454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9" name="文字方塊 118"/>
            <p:cNvSpPr txBox="1"/>
            <p:nvPr/>
          </p:nvSpPr>
          <p:spPr>
            <a:xfrm>
              <a:off x="6397030" y="5192828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0" name="文字方塊 119"/>
            <p:cNvSpPr txBox="1"/>
            <p:nvPr/>
          </p:nvSpPr>
          <p:spPr>
            <a:xfrm>
              <a:off x="5503099" y="5197819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1" name="文字方塊 120"/>
            <p:cNvSpPr txBox="1"/>
            <p:nvPr/>
          </p:nvSpPr>
          <p:spPr>
            <a:xfrm>
              <a:off x="6892806" y="4677510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–1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2" name="文字方塊 121"/>
            <p:cNvSpPr txBox="1"/>
            <p:nvPr/>
          </p:nvSpPr>
          <p:spPr>
            <a:xfrm>
              <a:off x="6059320" y="4113396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" name="文字方塊 122"/>
            <p:cNvSpPr txBox="1"/>
            <p:nvPr/>
          </p:nvSpPr>
          <p:spPr>
            <a:xfrm>
              <a:off x="5729366" y="4678497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26" name="直線單箭頭接點 125"/>
          <p:cNvCxnSpPr/>
          <p:nvPr/>
        </p:nvCxnSpPr>
        <p:spPr>
          <a:xfrm flipH="1" flipV="1">
            <a:off x="2308927" y="2405449"/>
            <a:ext cx="7790" cy="396000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線單箭頭接點 126"/>
          <p:cNvCxnSpPr/>
          <p:nvPr/>
        </p:nvCxnSpPr>
        <p:spPr>
          <a:xfrm flipH="1" flipV="1">
            <a:off x="2978800" y="4847255"/>
            <a:ext cx="7790" cy="396000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367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0" grpId="0"/>
      <p:bldP spid="20" grpId="1"/>
      <p:bldP spid="21" grpId="0"/>
      <p:bldP spid="21" grpId="1"/>
      <p:bldP spid="24" grpId="0"/>
      <p:bldP spid="34" grpId="0"/>
      <p:bldP spid="35" grpId="0"/>
      <p:bldP spid="36" grpId="0"/>
      <p:bldP spid="60" grpId="0" animBg="1"/>
      <p:bldP spid="74" grpId="0"/>
      <p:bldP spid="74" grpId="1"/>
      <p:bldP spid="75" grpId="0"/>
      <p:bldP spid="76" grpId="0" animBg="1"/>
      <p:bldP spid="78" grpId="0"/>
      <p:bldP spid="78" grpId="1"/>
      <p:bldP spid="79" grpId="0"/>
      <p:bldP spid="81" grpId="0"/>
      <p:bldP spid="82" grpId="0"/>
      <p:bldP spid="82" grpId="1"/>
      <p:bldP spid="87" grpId="0"/>
      <p:bldP spid="88" grpId="0"/>
      <p:bldP spid="89" grpId="0"/>
      <p:bldP spid="90" grpId="0"/>
      <p:bldP spid="10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字方塊 32"/>
          <p:cNvSpPr txBox="1"/>
          <p:nvPr/>
        </p:nvSpPr>
        <p:spPr>
          <a:xfrm>
            <a:off x="1152213" y="212993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1149374" y="212747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AVL </a:t>
            </a:r>
            <a:r>
              <a:rPr lang="zh-TW" altLang="en-US" dirty="0" smtClean="0"/>
              <a:t>樹的建立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 smtClean="0"/>
              <a:t>Input: 12, 1, 5, 3, 7, 6, 4,</a:t>
            </a:r>
            <a:r>
              <a:rPr lang="zh-TW" altLang="en-US" dirty="0" smtClean="0"/>
              <a:t> </a:t>
            </a:r>
            <a:r>
              <a:rPr lang="en-US" altLang="zh-TW" dirty="0" smtClean="0"/>
              <a:t>16, 13 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2026/05/13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13</a:t>
            </a:fld>
            <a:endParaRPr lang="en-US" dirty="0"/>
          </a:p>
        </p:txBody>
      </p:sp>
      <p:grpSp>
        <p:nvGrpSpPr>
          <p:cNvPr id="24" name="群組 23"/>
          <p:cNvGrpSpPr/>
          <p:nvPr/>
        </p:nvGrpSpPr>
        <p:grpSpPr>
          <a:xfrm>
            <a:off x="1323604" y="2136097"/>
            <a:ext cx="415499" cy="369332"/>
            <a:chOff x="1323604" y="2136097"/>
            <a:chExt cx="415499" cy="369332"/>
          </a:xfrm>
        </p:grpSpPr>
        <p:sp>
          <p:nvSpPr>
            <p:cNvPr id="7" name="橢圓 6"/>
            <p:cNvSpPr/>
            <p:nvPr/>
          </p:nvSpPr>
          <p:spPr>
            <a:xfrm>
              <a:off x="1387354" y="2185389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文字方塊 7"/>
            <p:cNvSpPr txBox="1"/>
            <p:nvPr/>
          </p:nvSpPr>
          <p:spPr>
            <a:xfrm>
              <a:off x="1323604" y="2136097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1" name="直線接點 10"/>
          <p:cNvCxnSpPr>
            <a:stCxn id="7" idx="4"/>
            <a:endCxn id="9" idx="0"/>
          </p:cNvCxnSpPr>
          <p:nvPr/>
        </p:nvCxnSpPr>
        <p:spPr>
          <a:xfrm flipH="1">
            <a:off x="1243354" y="2473389"/>
            <a:ext cx="288000" cy="23003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>
            <a:stCxn id="10" idx="0"/>
            <a:endCxn id="9" idx="4"/>
          </p:cNvCxnSpPr>
          <p:nvPr/>
        </p:nvCxnSpPr>
        <p:spPr>
          <a:xfrm flipH="1" flipV="1">
            <a:off x="1243354" y="2991423"/>
            <a:ext cx="288000" cy="217626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群組 24"/>
          <p:cNvGrpSpPr/>
          <p:nvPr/>
        </p:nvGrpSpPr>
        <p:grpSpPr>
          <a:xfrm>
            <a:off x="1093313" y="2662757"/>
            <a:ext cx="300082" cy="369332"/>
            <a:chOff x="1093313" y="2662757"/>
            <a:chExt cx="300082" cy="369332"/>
          </a:xfrm>
        </p:grpSpPr>
        <p:sp>
          <p:nvSpPr>
            <p:cNvPr id="9" name="橢圓 8"/>
            <p:cNvSpPr/>
            <p:nvPr/>
          </p:nvSpPr>
          <p:spPr>
            <a:xfrm>
              <a:off x="1099354" y="2703423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1093313" y="2662757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" name="群組 25"/>
          <p:cNvGrpSpPr/>
          <p:nvPr/>
        </p:nvGrpSpPr>
        <p:grpSpPr>
          <a:xfrm>
            <a:off x="1378728" y="3151131"/>
            <a:ext cx="300082" cy="369332"/>
            <a:chOff x="1378728" y="3151131"/>
            <a:chExt cx="300082" cy="369332"/>
          </a:xfrm>
        </p:grpSpPr>
        <p:sp>
          <p:nvSpPr>
            <p:cNvPr id="10" name="橢圓 9"/>
            <p:cNvSpPr/>
            <p:nvPr/>
          </p:nvSpPr>
          <p:spPr>
            <a:xfrm>
              <a:off x="1387354" y="3209049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1378728" y="315113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1" name="文字方塊 30"/>
          <p:cNvSpPr txBox="1"/>
          <p:nvPr/>
        </p:nvSpPr>
        <p:spPr>
          <a:xfrm>
            <a:off x="1151110" y="212993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52864" y="266031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4243778" y="309387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3040825" y="259885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857283" y="266323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1151764" y="315489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向右箭號 38"/>
          <p:cNvSpPr/>
          <p:nvPr/>
        </p:nvSpPr>
        <p:spPr>
          <a:xfrm>
            <a:off x="2391919" y="2690617"/>
            <a:ext cx="246071" cy="3008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文字方塊 39"/>
          <p:cNvSpPr txBox="1"/>
          <p:nvPr/>
        </p:nvSpPr>
        <p:spPr>
          <a:xfrm>
            <a:off x="2146904" y="2074631"/>
            <a:ext cx="7360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LR</a:t>
            </a:r>
            <a:r>
              <a:rPr lang="zh-TW" altLang="en-US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型</a:t>
            </a:r>
            <a:endParaRPr lang="en-US" altLang="zh-TW" b="1" dirty="0" smtClean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b="1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旋轉</a:t>
            </a:r>
            <a:endParaRPr lang="zh-TW" altLang="en-US" b="1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49" name="直線接點 48"/>
          <p:cNvCxnSpPr>
            <a:stCxn id="50" idx="0"/>
            <a:endCxn id="154" idx="4"/>
          </p:cNvCxnSpPr>
          <p:nvPr/>
        </p:nvCxnSpPr>
        <p:spPr>
          <a:xfrm flipH="1" flipV="1">
            <a:off x="3646826" y="5659108"/>
            <a:ext cx="266306" cy="23465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>
            <a:stCxn id="51" idx="0"/>
            <a:endCxn id="50" idx="4"/>
          </p:cNvCxnSpPr>
          <p:nvPr/>
        </p:nvCxnSpPr>
        <p:spPr>
          <a:xfrm flipV="1">
            <a:off x="3708723" y="6181765"/>
            <a:ext cx="204409" cy="23524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群組 81"/>
          <p:cNvGrpSpPr/>
          <p:nvPr/>
        </p:nvGrpSpPr>
        <p:grpSpPr>
          <a:xfrm>
            <a:off x="3400166" y="2147187"/>
            <a:ext cx="1243759" cy="835632"/>
            <a:chOff x="3236272" y="2147187"/>
            <a:chExt cx="1243759" cy="835632"/>
          </a:xfrm>
        </p:grpSpPr>
        <p:sp>
          <p:nvSpPr>
            <p:cNvPr id="28" name="橢圓 27"/>
            <p:cNvSpPr/>
            <p:nvPr/>
          </p:nvSpPr>
          <p:spPr>
            <a:xfrm>
              <a:off x="3685080" y="2194015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30" name="直線接點 29"/>
            <p:cNvCxnSpPr>
              <a:stCxn id="41" idx="0"/>
              <a:endCxn id="28" idx="4"/>
            </p:cNvCxnSpPr>
            <p:nvPr/>
          </p:nvCxnSpPr>
          <p:spPr>
            <a:xfrm flipV="1">
              <a:off x="3382121" y="2482015"/>
              <a:ext cx="446959" cy="178301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橢圓 40"/>
            <p:cNvSpPr/>
            <p:nvPr/>
          </p:nvSpPr>
          <p:spPr>
            <a:xfrm>
              <a:off x="3238121" y="2660316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2" name="橢圓 41"/>
            <p:cNvSpPr/>
            <p:nvPr/>
          </p:nvSpPr>
          <p:spPr>
            <a:xfrm>
              <a:off x="4132716" y="2660316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5" name="直線接點 44"/>
            <p:cNvCxnSpPr>
              <a:stCxn id="42" idx="0"/>
              <a:endCxn id="28" idx="4"/>
            </p:cNvCxnSpPr>
            <p:nvPr/>
          </p:nvCxnSpPr>
          <p:spPr>
            <a:xfrm flipH="1" flipV="1">
              <a:off x="3829080" y="2482015"/>
              <a:ext cx="447636" cy="178301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文字方塊 28"/>
            <p:cNvSpPr txBox="1"/>
            <p:nvPr/>
          </p:nvSpPr>
          <p:spPr>
            <a:xfrm>
              <a:off x="4064532" y="2613487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文字方塊 19"/>
            <p:cNvSpPr txBox="1"/>
            <p:nvPr/>
          </p:nvSpPr>
          <p:spPr>
            <a:xfrm>
              <a:off x="3236272" y="2613487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文字方塊 20"/>
            <p:cNvSpPr txBox="1"/>
            <p:nvPr/>
          </p:nvSpPr>
          <p:spPr>
            <a:xfrm>
              <a:off x="3668065" y="2147187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3" name="文字方塊 52"/>
          <p:cNvSpPr txBox="1"/>
          <p:nvPr/>
        </p:nvSpPr>
        <p:spPr>
          <a:xfrm>
            <a:off x="3609511" y="213548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4543860" y="259704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4535234" y="259677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6394033" y="363501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3500047" y="213409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4244917" y="309120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3607134" y="214472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3607134" y="2144723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3145062" y="2605332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4535085" y="2597199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1" name="群組 170"/>
          <p:cNvGrpSpPr/>
          <p:nvPr/>
        </p:nvGrpSpPr>
        <p:grpSpPr>
          <a:xfrm>
            <a:off x="3701664" y="5842009"/>
            <a:ext cx="415499" cy="369332"/>
            <a:chOff x="4676402" y="5842009"/>
            <a:chExt cx="415499" cy="369332"/>
          </a:xfrm>
        </p:grpSpPr>
        <p:sp>
          <p:nvSpPr>
            <p:cNvPr id="50" name="橢圓 49"/>
            <p:cNvSpPr/>
            <p:nvPr/>
          </p:nvSpPr>
          <p:spPr>
            <a:xfrm>
              <a:off x="4743870" y="5893765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文字方塊 65"/>
            <p:cNvSpPr txBox="1"/>
            <p:nvPr/>
          </p:nvSpPr>
          <p:spPr>
            <a:xfrm>
              <a:off x="4676402" y="5842009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16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2" name="群組 171"/>
          <p:cNvGrpSpPr/>
          <p:nvPr/>
        </p:nvGrpSpPr>
        <p:grpSpPr>
          <a:xfrm>
            <a:off x="3505293" y="6365576"/>
            <a:ext cx="415499" cy="369332"/>
            <a:chOff x="4480031" y="6365576"/>
            <a:chExt cx="415499" cy="369332"/>
          </a:xfrm>
        </p:grpSpPr>
        <p:sp>
          <p:nvSpPr>
            <p:cNvPr id="51" name="橢圓 50"/>
            <p:cNvSpPr/>
            <p:nvPr/>
          </p:nvSpPr>
          <p:spPr>
            <a:xfrm>
              <a:off x="4539461" y="6417010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文字方塊 66"/>
            <p:cNvSpPr txBox="1"/>
            <p:nvPr/>
          </p:nvSpPr>
          <p:spPr>
            <a:xfrm>
              <a:off x="4480031" y="6365576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69" name="直線接點 68"/>
          <p:cNvCxnSpPr>
            <a:stCxn id="41" idx="4"/>
            <a:endCxn id="68" idx="0"/>
          </p:cNvCxnSpPr>
          <p:nvPr/>
        </p:nvCxnSpPr>
        <p:spPr>
          <a:xfrm>
            <a:off x="3546015" y="2948316"/>
            <a:ext cx="242577" cy="211441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群組 71"/>
          <p:cNvGrpSpPr/>
          <p:nvPr/>
        </p:nvGrpSpPr>
        <p:grpSpPr>
          <a:xfrm>
            <a:off x="3644592" y="3110465"/>
            <a:ext cx="300082" cy="369332"/>
            <a:chOff x="3480698" y="3162221"/>
            <a:chExt cx="300082" cy="369332"/>
          </a:xfrm>
        </p:grpSpPr>
        <p:sp>
          <p:nvSpPr>
            <p:cNvPr id="68" name="橢圓 67"/>
            <p:cNvSpPr/>
            <p:nvPr/>
          </p:nvSpPr>
          <p:spPr>
            <a:xfrm>
              <a:off x="3480698" y="3211513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3" name="文字方塊 62"/>
            <p:cNvSpPr txBox="1"/>
            <p:nvPr/>
          </p:nvSpPr>
          <p:spPr>
            <a:xfrm>
              <a:off x="3480698" y="316222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74" name="直線接點 73"/>
          <p:cNvCxnSpPr>
            <a:stCxn id="73" idx="0"/>
            <a:endCxn id="42" idx="4"/>
          </p:cNvCxnSpPr>
          <p:nvPr/>
        </p:nvCxnSpPr>
        <p:spPr>
          <a:xfrm flipV="1">
            <a:off x="4160915" y="2948316"/>
            <a:ext cx="279695" cy="20897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/>
          <p:cNvCxnSpPr>
            <a:stCxn id="73" idx="4"/>
            <a:endCxn id="77" idx="0"/>
          </p:cNvCxnSpPr>
          <p:nvPr/>
        </p:nvCxnSpPr>
        <p:spPr>
          <a:xfrm flipH="1">
            <a:off x="3940302" y="3445293"/>
            <a:ext cx="220613" cy="23869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字方塊 80"/>
          <p:cNvSpPr txBox="1"/>
          <p:nvPr/>
        </p:nvSpPr>
        <p:spPr>
          <a:xfrm>
            <a:off x="3393879" y="3110465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3" name="群組 82"/>
          <p:cNvGrpSpPr/>
          <p:nvPr/>
        </p:nvGrpSpPr>
        <p:grpSpPr>
          <a:xfrm>
            <a:off x="4013459" y="3110465"/>
            <a:ext cx="300082" cy="369332"/>
            <a:chOff x="3849565" y="3110465"/>
            <a:chExt cx="300082" cy="369332"/>
          </a:xfrm>
        </p:grpSpPr>
        <p:sp>
          <p:nvSpPr>
            <p:cNvPr id="73" name="橢圓 72"/>
            <p:cNvSpPr/>
            <p:nvPr/>
          </p:nvSpPr>
          <p:spPr>
            <a:xfrm>
              <a:off x="3853021" y="3157293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文字方塊 18"/>
            <p:cNvSpPr txBox="1"/>
            <p:nvPr/>
          </p:nvSpPr>
          <p:spPr>
            <a:xfrm>
              <a:off x="3849565" y="311046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4" name="群組 83"/>
          <p:cNvGrpSpPr/>
          <p:nvPr/>
        </p:nvGrpSpPr>
        <p:grpSpPr>
          <a:xfrm>
            <a:off x="3790261" y="3626067"/>
            <a:ext cx="300082" cy="369332"/>
            <a:chOff x="4126675" y="3608815"/>
            <a:chExt cx="300082" cy="369332"/>
          </a:xfrm>
        </p:grpSpPr>
        <p:sp>
          <p:nvSpPr>
            <p:cNvPr id="77" name="橢圓 76"/>
            <p:cNvSpPr/>
            <p:nvPr/>
          </p:nvSpPr>
          <p:spPr>
            <a:xfrm>
              <a:off x="4132716" y="3666733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文字方塊 63"/>
            <p:cNvSpPr txBox="1"/>
            <p:nvPr/>
          </p:nvSpPr>
          <p:spPr>
            <a:xfrm>
              <a:off x="4126675" y="360881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" name="文字方塊 84"/>
          <p:cNvSpPr txBox="1"/>
          <p:nvPr/>
        </p:nvSpPr>
        <p:spPr>
          <a:xfrm>
            <a:off x="4032546" y="3617441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/>
          <p:cNvSpPr txBox="1"/>
          <p:nvPr/>
        </p:nvSpPr>
        <p:spPr>
          <a:xfrm>
            <a:off x="7001519" y="308324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文字方塊 95"/>
          <p:cNvSpPr txBox="1"/>
          <p:nvPr/>
        </p:nvSpPr>
        <p:spPr>
          <a:xfrm>
            <a:off x="6364875" y="2134092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文字方塊 96"/>
          <p:cNvSpPr txBox="1"/>
          <p:nvPr/>
        </p:nvSpPr>
        <p:spPr>
          <a:xfrm>
            <a:off x="5824868" y="2594701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–1 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文字方塊 97"/>
          <p:cNvSpPr txBox="1"/>
          <p:nvPr/>
        </p:nvSpPr>
        <p:spPr>
          <a:xfrm>
            <a:off x="7292826" y="2586568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文字方塊 104"/>
          <p:cNvSpPr txBox="1"/>
          <p:nvPr/>
        </p:nvSpPr>
        <p:spPr>
          <a:xfrm>
            <a:off x="6160246" y="3099834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8" name="群組 127"/>
          <p:cNvGrpSpPr/>
          <p:nvPr/>
        </p:nvGrpSpPr>
        <p:grpSpPr>
          <a:xfrm>
            <a:off x="6159756" y="2132399"/>
            <a:ext cx="1569270" cy="1338772"/>
            <a:chOff x="6159756" y="2132399"/>
            <a:chExt cx="1569270" cy="1338772"/>
          </a:xfrm>
        </p:grpSpPr>
        <p:sp>
          <p:nvSpPr>
            <p:cNvPr id="88" name="橢圓 87"/>
            <p:cNvSpPr/>
            <p:nvPr/>
          </p:nvSpPr>
          <p:spPr>
            <a:xfrm>
              <a:off x="6606715" y="2183384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9" name="直線接點 88"/>
            <p:cNvCxnSpPr>
              <a:stCxn id="90" idx="0"/>
              <a:endCxn id="88" idx="4"/>
            </p:cNvCxnSpPr>
            <p:nvPr/>
          </p:nvCxnSpPr>
          <p:spPr>
            <a:xfrm flipV="1">
              <a:off x="6303756" y="2471384"/>
              <a:ext cx="446959" cy="178301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橢圓 89"/>
            <p:cNvSpPr/>
            <p:nvPr/>
          </p:nvSpPr>
          <p:spPr>
            <a:xfrm>
              <a:off x="6159756" y="2649685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橢圓 90"/>
            <p:cNvSpPr/>
            <p:nvPr/>
          </p:nvSpPr>
          <p:spPr>
            <a:xfrm>
              <a:off x="7054351" y="2649685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2" name="直線接點 91"/>
            <p:cNvCxnSpPr>
              <a:stCxn id="91" idx="0"/>
              <a:endCxn id="88" idx="4"/>
            </p:cNvCxnSpPr>
            <p:nvPr/>
          </p:nvCxnSpPr>
          <p:spPr>
            <a:xfrm flipH="1" flipV="1">
              <a:off x="6750715" y="2471384"/>
              <a:ext cx="447636" cy="178301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文字方塊 92"/>
            <p:cNvSpPr txBox="1"/>
            <p:nvPr/>
          </p:nvSpPr>
          <p:spPr>
            <a:xfrm>
              <a:off x="7058503" y="259869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文字方塊 93"/>
            <p:cNvSpPr txBox="1"/>
            <p:nvPr/>
          </p:nvSpPr>
          <p:spPr>
            <a:xfrm>
              <a:off x="6163909" y="259869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文字方塊 94"/>
            <p:cNvSpPr txBox="1"/>
            <p:nvPr/>
          </p:nvSpPr>
          <p:spPr>
            <a:xfrm>
              <a:off x="6595702" y="213239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9" name="直線接點 98"/>
            <p:cNvCxnSpPr>
              <a:stCxn id="90" idx="4"/>
              <a:endCxn id="101" idx="0"/>
            </p:cNvCxnSpPr>
            <p:nvPr/>
          </p:nvCxnSpPr>
          <p:spPr>
            <a:xfrm>
              <a:off x="6303756" y="2937685"/>
              <a:ext cx="242577" cy="211441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橢圓 100"/>
            <p:cNvSpPr/>
            <p:nvPr/>
          </p:nvSpPr>
          <p:spPr>
            <a:xfrm>
              <a:off x="6402333" y="3149126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2" name="文字方塊 101"/>
            <p:cNvSpPr txBox="1"/>
            <p:nvPr/>
          </p:nvSpPr>
          <p:spPr>
            <a:xfrm>
              <a:off x="6404918" y="309321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3" name="直線接點 102"/>
            <p:cNvCxnSpPr>
              <a:stCxn id="107" idx="0"/>
              <a:endCxn id="91" idx="4"/>
            </p:cNvCxnSpPr>
            <p:nvPr/>
          </p:nvCxnSpPr>
          <p:spPr>
            <a:xfrm flipV="1">
              <a:off x="6918656" y="2937685"/>
              <a:ext cx="279695" cy="20897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線接點 103"/>
            <p:cNvCxnSpPr>
              <a:stCxn id="91" idx="4"/>
              <a:endCxn id="110" idx="0"/>
            </p:cNvCxnSpPr>
            <p:nvPr/>
          </p:nvCxnSpPr>
          <p:spPr>
            <a:xfrm>
              <a:off x="7198351" y="2937685"/>
              <a:ext cx="308297" cy="20897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橢圓 106"/>
            <p:cNvSpPr/>
            <p:nvPr/>
          </p:nvSpPr>
          <p:spPr>
            <a:xfrm>
              <a:off x="6774656" y="314666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8" name="文字方塊 107"/>
            <p:cNvSpPr txBox="1"/>
            <p:nvPr/>
          </p:nvSpPr>
          <p:spPr>
            <a:xfrm>
              <a:off x="6777202" y="3095677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0" name="橢圓 109"/>
            <p:cNvSpPr/>
            <p:nvPr/>
          </p:nvSpPr>
          <p:spPr>
            <a:xfrm>
              <a:off x="7362648" y="314666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1" name="文字方塊 110"/>
            <p:cNvSpPr txBox="1"/>
            <p:nvPr/>
          </p:nvSpPr>
          <p:spPr>
            <a:xfrm>
              <a:off x="7313527" y="3101839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2" name="文字方塊 111"/>
          <p:cNvSpPr txBox="1"/>
          <p:nvPr/>
        </p:nvSpPr>
        <p:spPr>
          <a:xfrm>
            <a:off x="7598892" y="3080118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向右箭號 112"/>
          <p:cNvSpPr/>
          <p:nvPr/>
        </p:nvSpPr>
        <p:spPr>
          <a:xfrm>
            <a:off x="5278255" y="2653886"/>
            <a:ext cx="246071" cy="3008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4" name="文字方塊 113"/>
          <p:cNvSpPr txBox="1"/>
          <p:nvPr/>
        </p:nvSpPr>
        <p:spPr>
          <a:xfrm>
            <a:off x="5033240" y="2037900"/>
            <a:ext cx="7360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LL</a:t>
            </a:r>
            <a:r>
              <a:rPr lang="zh-TW" altLang="en-US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型</a:t>
            </a:r>
            <a:endParaRPr lang="en-US" altLang="zh-TW" b="1" dirty="0" smtClean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b="1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旋轉</a:t>
            </a:r>
            <a:endParaRPr lang="zh-TW" altLang="en-US" b="1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119" name="直線接點 118"/>
          <p:cNvCxnSpPr>
            <a:stCxn id="118" idx="0"/>
            <a:endCxn id="101" idx="4"/>
          </p:cNvCxnSpPr>
          <p:nvPr/>
        </p:nvCxnSpPr>
        <p:spPr>
          <a:xfrm flipH="1" flipV="1">
            <a:off x="6546333" y="3437126"/>
            <a:ext cx="236910" cy="24900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文字方塊 122"/>
          <p:cNvSpPr txBox="1"/>
          <p:nvPr/>
        </p:nvSpPr>
        <p:spPr>
          <a:xfrm>
            <a:off x="6050944" y="310183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文字方塊 123"/>
          <p:cNvSpPr txBox="1"/>
          <p:nvPr/>
        </p:nvSpPr>
        <p:spPr>
          <a:xfrm>
            <a:off x="2391530" y="434991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文字方塊 124"/>
          <p:cNvSpPr txBox="1"/>
          <p:nvPr/>
        </p:nvSpPr>
        <p:spPr>
          <a:xfrm>
            <a:off x="3461946" y="479825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文字方塊 125"/>
          <p:cNvSpPr txBox="1"/>
          <p:nvPr/>
        </p:nvSpPr>
        <p:spPr>
          <a:xfrm>
            <a:off x="5830381" y="259230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文字方塊 126"/>
          <p:cNvSpPr txBox="1"/>
          <p:nvPr/>
        </p:nvSpPr>
        <p:spPr>
          <a:xfrm>
            <a:off x="6362726" y="212747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9" name="群組 128"/>
          <p:cNvGrpSpPr/>
          <p:nvPr/>
        </p:nvGrpSpPr>
        <p:grpSpPr>
          <a:xfrm>
            <a:off x="6630284" y="3635017"/>
            <a:ext cx="300082" cy="369332"/>
            <a:chOff x="6630284" y="3635017"/>
            <a:chExt cx="300082" cy="369332"/>
          </a:xfrm>
        </p:grpSpPr>
        <p:sp>
          <p:nvSpPr>
            <p:cNvPr id="118" name="橢圓 117"/>
            <p:cNvSpPr/>
            <p:nvPr/>
          </p:nvSpPr>
          <p:spPr>
            <a:xfrm>
              <a:off x="6639243" y="368613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文字方塊 64"/>
            <p:cNvSpPr txBox="1"/>
            <p:nvPr/>
          </p:nvSpPr>
          <p:spPr>
            <a:xfrm>
              <a:off x="6630284" y="3635017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0" name="向右箭號 129"/>
          <p:cNvSpPr/>
          <p:nvPr/>
        </p:nvSpPr>
        <p:spPr>
          <a:xfrm>
            <a:off x="1417181" y="5403681"/>
            <a:ext cx="246071" cy="3008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1" name="文字方塊 130"/>
          <p:cNvSpPr txBox="1"/>
          <p:nvPr/>
        </p:nvSpPr>
        <p:spPr>
          <a:xfrm>
            <a:off x="1165754" y="4787695"/>
            <a:ext cx="7489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RR</a:t>
            </a:r>
            <a:r>
              <a:rPr lang="zh-TW" altLang="en-US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型</a:t>
            </a:r>
            <a:endParaRPr lang="en-US" altLang="zh-TW" b="1" dirty="0" smtClean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b="1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旋轉</a:t>
            </a:r>
            <a:endParaRPr lang="zh-TW" altLang="en-US" b="1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4" name="文字方塊 133"/>
          <p:cNvSpPr txBox="1"/>
          <p:nvPr/>
        </p:nvSpPr>
        <p:spPr>
          <a:xfrm>
            <a:off x="2505053" y="4358538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文字方塊 135"/>
          <p:cNvSpPr txBox="1"/>
          <p:nvPr/>
        </p:nvSpPr>
        <p:spPr>
          <a:xfrm>
            <a:off x="3433004" y="4811014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6" name="文字方塊 155"/>
          <p:cNvSpPr txBox="1"/>
          <p:nvPr/>
        </p:nvSpPr>
        <p:spPr>
          <a:xfrm>
            <a:off x="3739070" y="5304564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文字方塊 157"/>
          <p:cNvSpPr txBox="1"/>
          <p:nvPr/>
        </p:nvSpPr>
        <p:spPr>
          <a:xfrm>
            <a:off x="3729689" y="530049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文字方塊 158"/>
          <p:cNvSpPr txBox="1"/>
          <p:nvPr/>
        </p:nvSpPr>
        <p:spPr>
          <a:xfrm>
            <a:off x="3740805" y="529593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" name="文字方塊 159"/>
          <p:cNvSpPr txBox="1"/>
          <p:nvPr/>
        </p:nvSpPr>
        <p:spPr>
          <a:xfrm>
            <a:off x="4015372" y="583338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0" name="群組 169"/>
          <p:cNvGrpSpPr/>
          <p:nvPr/>
        </p:nvGrpSpPr>
        <p:grpSpPr>
          <a:xfrm>
            <a:off x="1783721" y="4356845"/>
            <a:ext cx="2064535" cy="1355841"/>
            <a:chOff x="2758459" y="4356845"/>
            <a:chExt cx="2064535" cy="1355841"/>
          </a:xfrm>
        </p:grpSpPr>
        <p:sp>
          <p:nvSpPr>
            <p:cNvPr id="132" name="文字方塊 131"/>
            <p:cNvSpPr txBox="1"/>
            <p:nvPr/>
          </p:nvSpPr>
          <p:spPr>
            <a:xfrm>
              <a:off x="2758459" y="5334197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" name="文字方塊 132"/>
            <p:cNvSpPr txBox="1"/>
            <p:nvPr/>
          </p:nvSpPr>
          <p:spPr>
            <a:xfrm>
              <a:off x="4116435" y="530768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5" name="文字方塊 134"/>
            <p:cNvSpPr txBox="1"/>
            <p:nvPr/>
          </p:nvSpPr>
          <p:spPr>
            <a:xfrm>
              <a:off x="3026346" y="4819147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7" name="文字方塊 136"/>
            <p:cNvSpPr txBox="1"/>
            <p:nvPr/>
          </p:nvSpPr>
          <p:spPr>
            <a:xfrm>
              <a:off x="3275162" y="5324280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9" name="橢圓 138"/>
            <p:cNvSpPr/>
            <p:nvPr/>
          </p:nvSpPr>
          <p:spPr>
            <a:xfrm>
              <a:off x="3721631" y="4407830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40" name="直線接點 139"/>
            <p:cNvCxnSpPr>
              <a:stCxn id="141" idx="0"/>
              <a:endCxn id="139" idx="4"/>
            </p:cNvCxnSpPr>
            <p:nvPr/>
          </p:nvCxnSpPr>
          <p:spPr>
            <a:xfrm flipV="1">
              <a:off x="3418672" y="4695830"/>
              <a:ext cx="446959" cy="178301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橢圓 140"/>
            <p:cNvSpPr/>
            <p:nvPr/>
          </p:nvSpPr>
          <p:spPr>
            <a:xfrm>
              <a:off x="3274672" y="487413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2" name="橢圓 141"/>
            <p:cNvSpPr/>
            <p:nvPr/>
          </p:nvSpPr>
          <p:spPr>
            <a:xfrm>
              <a:off x="4169267" y="487413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43" name="直線接點 142"/>
            <p:cNvCxnSpPr>
              <a:stCxn id="142" idx="0"/>
              <a:endCxn id="139" idx="4"/>
            </p:cNvCxnSpPr>
            <p:nvPr/>
          </p:nvCxnSpPr>
          <p:spPr>
            <a:xfrm flipH="1" flipV="1">
              <a:off x="3865631" y="4695830"/>
              <a:ext cx="447636" cy="178301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文字方塊 143"/>
            <p:cNvSpPr txBox="1"/>
            <p:nvPr/>
          </p:nvSpPr>
          <p:spPr>
            <a:xfrm>
              <a:off x="4173419" y="482314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5" name="文字方塊 144"/>
            <p:cNvSpPr txBox="1"/>
            <p:nvPr/>
          </p:nvSpPr>
          <p:spPr>
            <a:xfrm>
              <a:off x="3275951" y="482314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6" name="文字方塊 145"/>
            <p:cNvSpPr txBox="1"/>
            <p:nvPr/>
          </p:nvSpPr>
          <p:spPr>
            <a:xfrm>
              <a:off x="3710618" y="435684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7" name="直線接點 146"/>
            <p:cNvCxnSpPr>
              <a:stCxn id="141" idx="4"/>
              <a:endCxn id="148" idx="0"/>
            </p:cNvCxnSpPr>
            <p:nvPr/>
          </p:nvCxnSpPr>
          <p:spPr>
            <a:xfrm>
              <a:off x="3418672" y="5162131"/>
              <a:ext cx="242577" cy="211441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8" name="橢圓 147"/>
            <p:cNvSpPr/>
            <p:nvPr/>
          </p:nvSpPr>
          <p:spPr>
            <a:xfrm>
              <a:off x="3517249" y="537357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9" name="文字方塊 148"/>
            <p:cNvSpPr txBox="1"/>
            <p:nvPr/>
          </p:nvSpPr>
          <p:spPr>
            <a:xfrm>
              <a:off x="3517299" y="532610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50" name="直線接點 149"/>
            <p:cNvCxnSpPr>
              <a:stCxn id="152" idx="0"/>
              <a:endCxn id="142" idx="4"/>
            </p:cNvCxnSpPr>
            <p:nvPr/>
          </p:nvCxnSpPr>
          <p:spPr>
            <a:xfrm flipV="1">
              <a:off x="4033572" y="5162131"/>
              <a:ext cx="279695" cy="20897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線接點 150"/>
            <p:cNvCxnSpPr>
              <a:stCxn id="142" idx="4"/>
              <a:endCxn id="154" idx="0"/>
            </p:cNvCxnSpPr>
            <p:nvPr/>
          </p:nvCxnSpPr>
          <p:spPr>
            <a:xfrm>
              <a:off x="4313267" y="5162131"/>
              <a:ext cx="308297" cy="20897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橢圓 151"/>
            <p:cNvSpPr/>
            <p:nvPr/>
          </p:nvSpPr>
          <p:spPr>
            <a:xfrm>
              <a:off x="3889572" y="5371108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3" name="文字方塊 152"/>
            <p:cNvSpPr txBox="1"/>
            <p:nvPr/>
          </p:nvSpPr>
          <p:spPr>
            <a:xfrm>
              <a:off x="3892118" y="532012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4" name="橢圓 153"/>
            <p:cNvSpPr/>
            <p:nvPr/>
          </p:nvSpPr>
          <p:spPr>
            <a:xfrm>
              <a:off x="4477564" y="5371108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5" name="文字方塊 154"/>
            <p:cNvSpPr txBox="1"/>
            <p:nvPr/>
          </p:nvSpPr>
          <p:spPr>
            <a:xfrm>
              <a:off x="4407495" y="5321816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57" name="直線接點 156"/>
            <p:cNvCxnSpPr>
              <a:stCxn id="162" idx="0"/>
              <a:endCxn id="141" idx="4"/>
            </p:cNvCxnSpPr>
            <p:nvPr/>
          </p:nvCxnSpPr>
          <p:spPr>
            <a:xfrm flipV="1">
              <a:off x="3148954" y="5162131"/>
              <a:ext cx="269718" cy="23051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橢圓 161"/>
            <p:cNvSpPr/>
            <p:nvPr/>
          </p:nvSpPr>
          <p:spPr>
            <a:xfrm>
              <a:off x="3004954" y="5392646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3" name="文字方塊 162"/>
            <p:cNvSpPr txBox="1"/>
            <p:nvPr/>
          </p:nvSpPr>
          <p:spPr>
            <a:xfrm>
              <a:off x="2992332" y="534335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3" name="文字方塊 172"/>
          <p:cNvSpPr txBox="1"/>
          <p:nvPr/>
        </p:nvSpPr>
        <p:spPr>
          <a:xfrm>
            <a:off x="4013459" y="584836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文字方塊 173"/>
          <p:cNvSpPr txBox="1"/>
          <p:nvPr/>
        </p:nvSpPr>
        <p:spPr>
          <a:xfrm>
            <a:off x="3796778" y="636557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" name="文字方塊 174"/>
          <p:cNvSpPr txBox="1"/>
          <p:nvPr/>
        </p:nvSpPr>
        <p:spPr>
          <a:xfrm>
            <a:off x="3462474" y="480142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6" name="文字方塊 175"/>
          <p:cNvSpPr txBox="1"/>
          <p:nvPr/>
        </p:nvSpPr>
        <p:spPr>
          <a:xfrm>
            <a:off x="2395589" y="435642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7" name="向右箭號 176"/>
          <p:cNvSpPr/>
          <p:nvPr/>
        </p:nvSpPr>
        <p:spPr>
          <a:xfrm>
            <a:off x="4831522" y="5365259"/>
            <a:ext cx="246071" cy="3008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8" name="文字方塊 177"/>
          <p:cNvSpPr txBox="1"/>
          <p:nvPr/>
        </p:nvSpPr>
        <p:spPr>
          <a:xfrm>
            <a:off x="4580095" y="4749273"/>
            <a:ext cx="7489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RL</a:t>
            </a:r>
            <a:r>
              <a:rPr lang="zh-TW" altLang="en-US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型</a:t>
            </a:r>
            <a:endParaRPr lang="en-US" altLang="zh-TW" b="1" dirty="0" smtClean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b="1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旋轉</a:t>
            </a:r>
            <a:endParaRPr lang="zh-TW" altLang="en-US" b="1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226" name="群組 225"/>
          <p:cNvGrpSpPr/>
          <p:nvPr/>
        </p:nvGrpSpPr>
        <p:grpSpPr>
          <a:xfrm>
            <a:off x="5392776" y="4286693"/>
            <a:ext cx="2531733" cy="1870494"/>
            <a:chOff x="5392776" y="4286693"/>
            <a:chExt cx="2531733" cy="1870494"/>
          </a:xfrm>
        </p:grpSpPr>
        <p:cxnSp>
          <p:nvCxnSpPr>
            <p:cNvPr id="179" name="直線接點 178"/>
            <p:cNvCxnSpPr>
              <a:stCxn id="182" idx="0"/>
              <a:endCxn id="215" idx="4"/>
            </p:cNvCxnSpPr>
            <p:nvPr/>
          </p:nvCxnSpPr>
          <p:spPr>
            <a:xfrm flipH="1" flipV="1">
              <a:off x="7255881" y="5595889"/>
              <a:ext cx="266306" cy="23465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直線接點 179"/>
            <p:cNvCxnSpPr>
              <a:stCxn id="185" idx="0"/>
              <a:endCxn id="215" idx="4"/>
            </p:cNvCxnSpPr>
            <p:nvPr/>
          </p:nvCxnSpPr>
          <p:spPr>
            <a:xfrm flipV="1">
              <a:off x="7017663" y="5595889"/>
              <a:ext cx="238218" cy="233802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1" name="群組 180"/>
            <p:cNvGrpSpPr/>
            <p:nvPr/>
          </p:nvGrpSpPr>
          <p:grpSpPr>
            <a:xfrm>
              <a:off x="7310719" y="5778790"/>
              <a:ext cx="415499" cy="369332"/>
              <a:chOff x="4676402" y="5842009"/>
              <a:chExt cx="415499" cy="369332"/>
            </a:xfrm>
          </p:grpSpPr>
          <p:sp>
            <p:nvSpPr>
              <p:cNvPr id="182" name="橢圓 181"/>
              <p:cNvSpPr/>
              <p:nvPr/>
            </p:nvSpPr>
            <p:spPr>
              <a:xfrm>
                <a:off x="4743870" y="5893765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83" name="文字方塊 182"/>
              <p:cNvSpPr txBox="1"/>
              <p:nvPr/>
            </p:nvSpPr>
            <p:spPr>
              <a:xfrm>
                <a:off x="4676402" y="5842009"/>
                <a:ext cx="415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16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85" name="橢圓 184"/>
            <p:cNvSpPr/>
            <p:nvPr/>
          </p:nvSpPr>
          <p:spPr>
            <a:xfrm>
              <a:off x="6873663" y="582969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6" name="文字方塊 185"/>
            <p:cNvSpPr txBox="1"/>
            <p:nvPr/>
          </p:nvSpPr>
          <p:spPr>
            <a:xfrm>
              <a:off x="6804866" y="5777696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7" name="文字方塊 186"/>
            <p:cNvSpPr txBox="1"/>
            <p:nvPr/>
          </p:nvSpPr>
          <p:spPr>
            <a:xfrm>
              <a:off x="6000585" y="4286693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–1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1" name="文字方塊 190"/>
            <p:cNvSpPr txBox="1"/>
            <p:nvPr/>
          </p:nvSpPr>
          <p:spPr>
            <a:xfrm>
              <a:off x="7348125" y="5241345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4" name="文字方塊 193"/>
            <p:cNvSpPr txBox="1"/>
            <p:nvPr/>
          </p:nvSpPr>
          <p:spPr>
            <a:xfrm>
              <a:off x="7624427" y="577016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6" name="文字方塊 195"/>
            <p:cNvSpPr txBox="1"/>
            <p:nvPr/>
          </p:nvSpPr>
          <p:spPr>
            <a:xfrm>
              <a:off x="5392776" y="527097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7" name="文字方塊 196"/>
            <p:cNvSpPr txBox="1"/>
            <p:nvPr/>
          </p:nvSpPr>
          <p:spPr>
            <a:xfrm>
              <a:off x="6750752" y="524447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8" name="文字方塊 197"/>
            <p:cNvSpPr txBox="1"/>
            <p:nvPr/>
          </p:nvSpPr>
          <p:spPr>
            <a:xfrm>
              <a:off x="5660663" y="4755928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9" name="文字方塊 198"/>
            <p:cNvSpPr txBox="1"/>
            <p:nvPr/>
          </p:nvSpPr>
          <p:spPr>
            <a:xfrm>
              <a:off x="5909479" y="5261061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0" name="橢圓 199"/>
            <p:cNvSpPr/>
            <p:nvPr/>
          </p:nvSpPr>
          <p:spPr>
            <a:xfrm>
              <a:off x="6355948" y="434461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01" name="直線接點 200"/>
            <p:cNvCxnSpPr>
              <a:stCxn id="202" idx="0"/>
              <a:endCxn id="200" idx="4"/>
            </p:cNvCxnSpPr>
            <p:nvPr/>
          </p:nvCxnSpPr>
          <p:spPr>
            <a:xfrm flipV="1">
              <a:off x="6052989" y="4632611"/>
              <a:ext cx="446959" cy="178301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橢圓 201"/>
            <p:cNvSpPr/>
            <p:nvPr/>
          </p:nvSpPr>
          <p:spPr>
            <a:xfrm>
              <a:off x="5908989" y="481091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3" name="橢圓 202"/>
            <p:cNvSpPr/>
            <p:nvPr/>
          </p:nvSpPr>
          <p:spPr>
            <a:xfrm>
              <a:off x="6803584" y="481091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04" name="直線接點 203"/>
            <p:cNvCxnSpPr>
              <a:stCxn id="203" idx="0"/>
              <a:endCxn id="200" idx="4"/>
            </p:cNvCxnSpPr>
            <p:nvPr/>
          </p:nvCxnSpPr>
          <p:spPr>
            <a:xfrm flipH="1" flipV="1">
              <a:off x="6499948" y="4632611"/>
              <a:ext cx="447636" cy="178301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" name="文字方塊 204"/>
            <p:cNvSpPr txBox="1"/>
            <p:nvPr/>
          </p:nvSpPr>
          <p:spPr>
            <a:xfrm>
              <a:off x="6807736" y="475992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6" name="文字方塊 205"/>
            <p:cNvSpPr txBox="1"/>
            <p:nvPr/>
          </p:nvSpPr>
          <p:spPr>
            <a:xfrm>
              <a:off x="5910268" y="475992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7" name="文字方塊 206"/>
            <p:cNvSpPr txBox="1"/>
            <p:nvPr/>
          </p:nvSpPr>
          <p:spPr>
            <a:xfrm>
              <a:off x="6344935" y="429362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08" name="直線接點 207"/>
            <p:cNvCxnSpPr>
              <a:stCxn id="202" idx="4"/>
              <a:endCxn id="209" idx="0"/>
            </p:cNvCxnSpPr>
            <p:nvPr/>
          </p:nvCxnSpPr>
          <p:spPr>
            <a:xfrm>
              <a:off x="6052989" y="5098912"/>
              <a:ext cx="242577" cy="211441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" name="橢圓 208"/>
            <p:cNvSpPr/>
            <p:nvPr/>
          </p:nvSpPr>
          <p:spPr>
            <a:xfrm>
              <a:off x="6151566" y="5310353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0" name="文字方塊 209"/>
            <p:cNvSpPr txBox="1"/>
            <p:nvPr/>
          </p:nvSpPr>
          <p:spPr>
            <a:xfrm>
              <a:off x="6151616" y="526288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11" name="直線接點 210"/>
            <p:cNvCxnSpPr>
              <a:stCxn id="213" idx="0"/>
              <a:endCxn id="203" idx="4"/>
            </p:cNvCxnSpPr>
            <p:nvPr/>
          </p:nvCxnSpPr>
          <p:spPr>
            <a:xfrm flipV="1">
              <a:off x="6667889" y="5098912"/>
              <a:ext cx="279695" cy="20897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線接點 211"/>
            <p:cNvCxnSpPr>
              <a:stCxn id="203" idx="4"/>
              <a:endCxn id="215" idx="0"/>
            </p:cNvCxnSpPr>
            <p:nvPr/>
          </p:nvCxnSpPr>
          <p:spPr>
            <a:xfrm>
              <a:off x="6947584" y="5098912"/>
              <a:ext cx="308297" cy="20897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3" name="橢圓 212"/>
            <p:cNvSpPr/>
            <p:nvPr/>
          </p:nvSpPr>
          <p:spPr>
            <a:xfrm>
              <a:off x="6523889" y="5307889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4" name="文字方塊 213"/>
            <p:cNvSpPr txBox="1"/>
            <p:nvPr/>
          </p:nvSpPr>
          <p:spPr>
            <a:xfrm>
              <a:off x="6526435" y="525690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" name="橢圓 214"/>
            <p:cNvSpPr/>
            <p:nvPr/>
          </p:nvSpPr>
          <p:spPr>
            <a:xfrm>
              <a:off x="7111881" y="5307889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6" name="文字方塊 215"/>
            <p:cNvSpPr txBox="1"/>
            <p:nvPr/>
          </p:nvSpPr>
          <p:spPr>
            <a:xfrm>
              <a:off x="7042149" y="5258597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17" name="直線接點 216"/>
            <p:cNvCxnSpPr>
              <a:stCxn id="218" idx="0"/>
              <a:endCxn id="202" idx="4"/>
            </p:cNvCxnSpPr>
            <p:nvPr/>
          </p:nvCxnSpPr>
          <p:spPr>
            <a:xfrm flipV="1">
              <a:off x="5783271" y="5098912"/>
              <a:ext cx="269718" cy="23051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8" name="橢圓 217"/>
            <p:cNvSpPr/>
            <p:nvPr/>
          </p:nvSpPr>
          <p:spPr>
            <a:xfrm>
              <a:off x="5639271" y="532942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9" name="文字方塊 218"/>
            <p:cNvSpPr txBox="1"/>
            <p:nvPr/>
          </p:nvSpPr>
          <p:spPr>
            <a:xfrm>
              <a:off x="5626649" y="528013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1" name="文字方塊 220"/>
            <p:cNvSpPr txBox="1"/>
            <p:nvPr/>
          </p:nvSpPr>
          <p:spPr>
            <a:xfrm>
              <a:off x="6627200" y="578785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3" name="文字方塊 222"/>
            <p:cNvSpPr txBox="1"/>
            <p:nvPr/>
          </p:nvSpPr>
          <p:spPr>
            <a:xfrm>
              <a:off x="7029435" y="4734048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–1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1227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0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3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00"/>
                            </p:stCondLst>
                            <p:childTnLst>
                              <p:par>
                                <p:cTn id="1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4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500"/>
                            </p:stCondLst>
                            <p:childTnLst>
                              <p:par>
                                <p:cTn id="15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500"/>
                            </p:stCondLst>
                            <p:childTnLst>
                              <p:par>
                                <p:cTn id="16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7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500"/>
                            </p:stCondLst>
                            <p:childTnLst>
                              <p:par>
                                <p:cTn id="17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8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500"/>
                            </p:stCondLst>
                            <p:childTnLst>
                              <p:par>
                                <p:cTn id="18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8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500"/>
                            </p:stCondLst>
                            <p:childTnLst>
                              <p:par>
                                <p:cTn id="19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0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500"/>
                            </p:stCondLst>
                            <p:childTnLst>
                              <p:par>
                                <p:cTn id="2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4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4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" fill="hold">
                            <p:stCondLst>
                              <p:cond delay="500"/>
                            </p:stCondLst>
                            <p:childTnLst>
                              <p:par>
                                <p:cTn id="2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8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5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4" fill="hold">
                            <p:stCondLst>
                              <p:cond delay="500"/>
                            </p:stCondLst>
                            <p:childTnLst>
                              <p:par>
                                <p:cTn id="2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6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" fill="hold">
                            <p:stCondLst>
                              <p:cond delay="500"/>
                            </p:stCondLst>
                            <p:childTnLst>
                              <p:par>
                                <p:cTn id="2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6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1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4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9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5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8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500"/>
                            </p:stCondLst>
                            <p:childTnLst>
                              <p:par>
                                <p:cTn id="29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2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06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8" fill="hold">
                            <p:stCondLst>
                              <p:cond delay="500"/>
                            </p:stCondLst>
                            <p:childTnLst>
                              <p:par>
                                <p:cTn id="30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1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15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7" fill="hold">
                            <p:stCondLst>
                              <p:cond delay="500"/>
                            </p:stCondLst>
                            <p:childTnLst>
                              <p:par>
                                <p:cTn id="3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0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>
                      <p:stCondLst>
                        <p:cond delay="indefinite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24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6" fill="hold">
                            <p:stCondLst>
                              <p:cond delay="500"/>
                            </p:stCondLst>
                            <p:childTnLst>
                              <p:par>
                                <p:cTn id="3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9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5" fill="hold">
                            <p:stCondLst>
                              <p:cond delay="500"/>
                            </p:stCondLst>
                            <p:childTnLst>
                              <p:par>
                                <p:cTn id="3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8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3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47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9" fill="hold">
                            <p:stCondLst>
                              <p:cond delay="500"/>
                            </p:stCondLst>
                            <p:childTnLst>
                              <p:par>
                                <p:cTn id="3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2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3" fill="hold">
                      <p:stCondLst>
                        <p:cond delay="indefinite"/>
                      </p:stCondLst>
                      <p:childTnLst>
                        <p:par>
                          <p:cTn id="354" fill="hold">
                            <p:stCondLst>
                              <p:cond delay="0"/>
                            </p:stCondLst>
                            <p:childTnLst>
                              <p:par>
                                <p:cTn id="355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56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8" fill="hold">
                            <p:stCondLst>
                              <p:cond delay="500"/>
                            </p:stCondLst>
                            <p:childTnLst>
                              <p:par>
                                <p:cTn id="35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1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2" fill="hold">
                      <p:stCondLst>
                        <p:cond delay="indefinite"/>
                      </p:stCondLst>
                      <p:childTnLst>
                        <p:par>
                          <p:cTn id="363" fill="hold">
                            <p:stCondLst>
                              <p:cond delay="0"/>
                            </p:stCondLst>
                            <p:childTnLst>
                              <p:par>
                                <p:cTn id="364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6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7" fill="hold">
                            <p:stCondLst>
                              <p:cond delay="500"/>
                            </p:stCondLst>
                            <p:childTnLst>
                              <p:par>
                                <p:cTn id="36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0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1" fill="hold">
                      <p:stCondLst>
                        <p:cond delay="indefinite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74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6" fill="hold">
                            <p:stCondLst>
                              <p:cond delay="500"/>
                            </p:stCondLst>
                            <p:childTnLst>
                              <p:par>
                                <p:cTn id="3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0" fill="hold">
                      <p:stCondLst>
                        <p:cond delay="indefinite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4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7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8" fill="hold">
                      <p:stCondLst>
                        <p:cond delay="indefinite"/>
                      </p:stCondLst>
                      <p:childTnLst>
                        <p:par>
                          <p:cTn id="389" fill="hold">
                            <p:stCondLst>
                              <p:cond delay="0"/>
                            </p:stCondLst>
                            <p:childTnLst>
                              <p:par>
                                <p:cTn id="3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2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7" grpId="0"/>
      <p:bldP spid="37" grpId="1"/>
      <p:bldP spid="31" grpId="0"/>
      <p:bldP spid="31" grpId="1"/>
      <p:bldP spid="32" grpId="0"/>
      <p:bldP spid="34" grpId="0"/>
      <p:bldP spid="34" grpId="1"/>
      <p:bldP spid="35" grpId="0"/>
      <p:bldP spid="36" grpId="0"/>
      <p:bldP spid="36" grpId="1"/>
      <p:bldP spid="38" grpId="0"/>
      <p:bldP spid="39" grpId="0" animBg="1"/>
      <p:bldP spid="40" grpId="0"/>
      <p:bldP spid="53" grpId="0"/>
      <p:bldP spid="53" grpId="1"/>
      <p:bldP spid="54" grpId="0"/>
      <p:bldP spid="55" grpId="0"/>
      <p:bldP spid="55" grpId="1"/>
      <p:bldP spid="56" grpId="0"/>
      <p:bldP spid="57" grpId="0"/>
      <p:bldP spid="58" grpId="0"/>
      <p:bldP spid="59" grpId="0"/>
      <p:bldP spid="59" grpId="1"/>
      <p:bldP spid="60" grpId="0"/>
      <p:bldP spid="60" grpId="1"/>
      <p:bldP spid="61" grpId="0"/>
      <p:bldP spid="61" grpId="1"/>
      <p:bldP spid="62" grpId="0"/>
      <p:bldP spid="62" grpId="1"/>
      <p:bldP spid="81" grpId="0"/>
      <p:bldP spid="85" grpId="0"/>
      <p:bldP spid="86" grpId="0"/>
      <p:bldP spid="96" grpId="0"/>
      <p:bldP spid="96" grpId="1"/>
      <p:bldP spid="97" grpId="0"/>
      <p:bldP spid="97" grpId="1"/>
      <p:bldP spid="98" grpId="0"/>
      <p:bldP spid="105" grpId="0"/>
      <p:bldP spid="105" grpId="1"/>
      <p:bldP spid="112" grpId="0"/>
      <p:bldP spid="113" grpId="0" animBg="1"/>
      <p:bldP spid="114" grpId="0"/>
      <p:bldP spid="123" grpId="0"/>
      <p:bldP spid="124" grpId="0"/>
      <p:bldP spid="124" grpId="1"/>
      <p:bldP spid="125" grpId="0"/>
      <p:bldP spid="125" grpId="1"/>
      <p:bldP spid="126" grpId="0"/>
      <p:bldP spid="127" grpId="0"/>
      <p:bldP spid="130" grpId="0" animBg="1"/>
      <p:bldP spid="131" grpId="0"/>
      <p:bldP spid="134" grpId="0"/>
      <p:bldP spid="134" grpId="1"/>
      <p:bldP spid="136" grpId="0"/>
      <p:bldP spid="136" grpId="1"/>
      <p:bldP spid="156" grpId="0"/>
      <p:bldP spid="156" grpId="1"/>
      <p:bldP spid="158" grpId="0"/>
      <p:bldP spid="158" grpId="1"/>
      <p:bldP spid="159" grpId="0"/>
      <p:bldP spid="160" grpId="0"/>
      <p:bldP spid="173" grpId="0"/>
      <p:bldP spid="173" grpId="1"/>
      <p:bldP spid="174" grpId="0"/>
      <p:bldP spid="175" grpId="0"/>
      <p:bldP spid="176" grpId="0"/>
      <p:bldP spid="177" grpId="0" animBg="1"/>
      <p:bldP spid="17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AVL-tree</a:t>
            </a:r>
            <a:r>
              <a:rPr lang="zh-TW" altLang="en-US" dirty="0" smtClean="0"/>
              <a:t>的刪除 </a:t>
            </a:r>
            <a:r>
              <a:rPr lang="en-US" altLang="zh-TW" dirty="0" smtClean="0"/>
              <a:t>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狀況一：刪除的節點為樹葉節點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2026/05/13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14</a:t>
            </a:fld>
            <a:endParaRPr lang="en-US" altLang="zh-TW" dirty="0"/>
          </a:p>
        </p:txBody>
      </p:sp>
      <p:grpSp>
        <p:nvGrpSpPr>
          <p:cNvPr id="8" name="群組 7"/>
          <p:cNvGrpSpPr/>
          <p:nvPr/>
        </p:nvGrpSpPr>
        <p:grpSpPr>
          <a:xfrm>
            <a:off x="1907704" y="2276872"/>
            <a:ext cx="1516351" cy="1437686"/>
            <a:chOff x="5686751" y="3713328"/>
            <a:chExt cx="1516351" cy="1437686"/>
          </a:xfrm>
        </p:grpSpPr>
        <p:cxnSp>
          <p:nvCxnSpPr>
            <p:cNvPr id="15" name="直線接點 14"/>
            <p:cNvCxnSpPr>
              <a:stCxn id="20" idx="4"/>
              <a:endCxn id="22" idx="0"/>
            </p:cNvCxnSpPr>
            <p:nvPr/>
          </p:nvCxnSpPr>
          <p:spPr>
            <a:xfrm flipH="1">
              <a:off x="5890484" y="4597859"/>
              <a:ext cx="208807" cy="2326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橢圓 15"/>
            <p:cNvSpPr/>
            <p:nvPr/>
          </p:nvSpPr>
          <p:spPr>
            <a:xfrm>
              <a:off x="6297502" y="3763519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7" name="直線接點 16"/>
            <p:cNvCxnSpPr>
              <a:stCxn id="16" idx="4"/>
              <a:endCxn id="21" idx="0"/>
            </p:cNvCxnSpPr>
            <p:nvPr/>
          </p:nvCxnSpPr>
          <p:spPr>
            <a:xfrm>
              <a:off x="6441502" y="4051519"/>
              <a:ext cx="349520" cy="26412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/>
            <p:cNvCxnSpPr>
              <a:stCxn id="16" idx="4"/>
              <a:endCxn id="20" idx="0"/>
            </p:cNvCxnSpPr>
            <p:nvPr/>
          </p:nvCxnSpPr>
          <p:spPr>
            <a:xfrm flipH="1">
              <a:off x="6099291" y="4051519"/>
              <a:ext cx="342211" cy="2583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字方塊 18"/>
            <p:cNvSpPr txBox="1"/>
            <p:nvPr/>
          </p:nvSpPr>
          <p:spPr>
            <a:xfrm>
              <a:off x="6226653" y="3713328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橢圓 19"/>
            <p:cNvSpPr/>
            <p:nvPr/>
          </p:nvSpPr>
          <p:spPr>
            <a:xfrm>
              <a:off x="5955291" y="4309859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橢圓 20"/>
            <p:cNvSpPr/>
            <p:nvPr/>
          </p:nvSpPr>
          <p:spPr>
            <a:xfrm>
              <a:off x="6647022" y="4315644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橢圓 21"/>
            <p:cNvSpPr/>
            <p:nvPr/>
          </p:nvSpPr>
          <p:spPr>
            <a:xfrm>
              <a:off x="5746484" y="4830499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3" name="直線接點 22"/>
            <p:cNvCxnSpPr>
              <a:stCxn id="20" idx="4"/>
              <a:endCxn id="27" idx="0"/>
            </p:cNvCxnSpPr>
            <p:nvPr/>
          </p:nvCxnSpPr>
          <p:spPr>
            <a:xfrm>
              <a:off x="6099291" y="4597859"/>
              <a:ext cx="231775" cy="2326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文字方塊 23"/>
            <p:cNvSpPr txBox="1"/>
            <p:nvPr/>
          </p:nvSpPr>
          <p:spPr>
            <a:xfrm>
              <a:off x="5897448" y="4277875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文字方塊 24"/>
            <p:cNvSpPr txBox="1"/>
            <p:nvPr/>
          </p:nvSpPr>
          <p:spPr>
            <a:xfrm>
              <a:off x="5686751" y="4780308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文字方塊 25"/>
            <p:cNvSpPr txBox="1"/>
            <p:nvPr/>
          </p:nvSpPr>
          <p:spPr>
            <a:xfrm>
              <a:off x="6588140" y="4267295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橢圓 26"/>
            <p:cNvSpPr/>
            <p:nvPr/>
          </p:nvSpPr>
          <p:spPr>
            <a:xfrm>
              <a:off x="6187066" y="4830499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橢圓 27"/>
            <p:cNvSpPr/>
            <p:nvPr/>
          </p:nvSpPr>
          <p:spPr>
            <a:xfrm>
              <a:off x="6846485" y="4830499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文字方塊 28"/>
            <p:cNvSpPr txBox="1"/>
            <p:nvPr/>
          </p:nvSpPr>
          <p:spPr>
            <a:xfrm>
              <a:off x="6137642" y="4781682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文字方塊 29"/>
            <p:cNvSpPr txBox="1"/>
            <p:nvPr/>
          </p:nvSpPr>
          <p:spPr>
            <a:xfrm>
              <a:off x="6787603" y="4778851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1" name="直線接點 30"/>
            <p:cNvCxnSpPr>
              <a:stCxn id="21" idx="4"/>
              <a:endCxn id="28" idx="0"/>
            </p:cNvCxnSpPr>
            <p:nvPr/>
          </p:nvCxnSpPr>
          <p:spPr>
            <a:xfrm>
              <a:off x="6791022" y="4603644"/>
              <a:ext cx="199463" cy="22685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文字方塊 8"/>
          <p:cNvSpPr txBox="1"/>
          <p:nvPr/>
        </p:nvSpPr>
        <p:spPr>
          <a:xfrm>
            <a:off x="3289485" y="3344646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617983" y="3346020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1724052" y="3351011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3113759" y="283070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280273" y="2266588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1950319" y="2831689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0" name="群組 79"/>
          <p:cNvGrpSpPr/>
          <p:nvPr/>
        </p:nvGrpSpPr>
        <p:grpSpPr>
          <a:xfrm>
            <a:off x="5266400" y="2301572"/>
            <a:ext cx="1316888" cy="1437686"/>
            <a:chOff x="5266400" y="2301572"/>
            <a:chExt cx="1316888" cy="1437686"/>
          </a:xfrm>
        </p:grpSpPr>
        <p:cxnSp>
          <p:nvCxnSpPr>
            <p:cNvPr id="33" name="直線接點 32"/>
            <p:cNvCxnSpPr>
              <a:stCxn id="38" idx="4"/>
              <a:endCxn id="40" idx="0"/>
            </p:cNvCxnSpPr>
            <p:nvPr/>
          </p:nvCxnSpPr>
          <p:spPr>
            <a:xfrm flipH="1">
              <a:off x="5470133" y="3186103"/>
              <a:ext cx="208807" cy="2326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橢圓 33"/>
            <p:cNvSpPr/>
            <p:nvPr/>
          </p:nvSpPr>
          <p:spPr>
            <a:xfrm>
              <a:off x="5877151" y="2351763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35" name="直線接點 34"/>
            <p:cNvCxnSpPr>
              <a:stCxn id="34" idx="4"/>
              <a:endCxn id="39" idx="0"/>
            </p:cNvCxnSpPr>
            <p:nvPr/>
          </p:nvCxnSpPr>
          <p:spPr>
            <a:xfrm>
              <a:off x="6021151" y="2639763"/>
              <a:ext cx="349520" cy="26412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接點 35"/>
            <p:cNvCxnSpPr>
              <a:stCxn id="34" idx="4"/>
              <a:endCxn id="38" idx="0"/>
            </p:cNvCxnSpPr>
            <p:nvPr/>
          </p:nvCxnSpPr>
          <p:spPr>
            <a:xfrm flipH="1">
              <a:off x="5678940" y="2639763"/>
              <a:ext cx="342211" cy="2583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字方塊 36"/>
            <p:cNvSpPr txBox="1"/>
            <p:nvPr/>
          </p:nvSpPr>
          <p:spPr>
            <a:xfrm>
              <a:off x="5806302" y="2301572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橢圓 37"/>
            <p:cNvSpPr/>
            <p:nvPr/>
          </p:nvSpPr>
          <p:spPr>
            <a:xfrm>
              <a:off x="5534940" y="2898103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9" name="橢圓 38"/>
            <p:cNvSpPr/>
            <p:nvPr/>
          </p:nvSpPr>
          <p:spPr>
            <a:xfrm>
              <a:off x="6226671" y="2903888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橢圓 39"/>
            <p:cNvSpPr/>
            <p:nvPr/>
          </p:nvSpPr>
          <p:spPr>
            <a:xfrm>
              <a:off x="5326133" y="3418743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1" name="直線接點 40"/>
            <p:cNvCxnSpPr>
              <a:stCxn id="38" idx="4"/>
              <a:endCxn id="45" idx="0"/>
            </p:cNvCxnSpPr>
            <p:nvPr/>
          </p:nvCxnSpPr>
          <p:spPr>
            <a:xfrm>
              <a:off x="5678940" y="3186103"/>
              <a:ext cx="231775" cy="2326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文字方塊 41"/>
            <p:cNvSpPr txBox="1"/>
            <p:nvPr/>
          </p:nvSpPr>
          <p:spPr>
            <a:xfrm>
              <a:off x="5477097" y="2866119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文字方塊 42"/>
            <p:cNvSpPr txBox="1"/>
            <p:nvPr/>
          </p:nvSpPr>
          <p:spPr>
            <a:xfrm>
              <a:off x="5266400" y="3368552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文字方塊 43"/>
            <p:cNvSpPr txBox="1"/>
            <p:nvPr/>
          </p:nvSpPr>
          <p:spPr>
            <a:xfrm>
              <a:off x="6167789" y="2855539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橢圓 44"/>
            <p:cNvSpPr/>
            <p:nvPr/>
          </p:nvSpPr>
          <p:spPr>
            <a:xfrm>
              <a:off x="5766715" y="3418743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7" name="文字方塊 46"/>
            <p:cNvSpPr txBox="1"/>
            <p:nvPr/>
          </p:nvSpPr>
          <p:spPr>
            <a:xfrm>
              <a:off x="5717291" y="3369926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1" name="文字方塊 50"/>
          <p:cNvSpPr txBox="1"/>
          <p:nvPr/>
        </p:nvSpPr>
        <p:spPr>
          <a:xfrm>
            <a:off x="5976679" y="3370720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5082748" y="3375711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6530163" y="285540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5640070" y="229128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5309015" y="2856389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6" name="群組 55"/>
          <p:cNvGrpSpPr/>
          <p:nvPr/>
        </p:nvGrpSpPr>
        <p:grpSpPr>
          <a:xfrm>
            <a:off x="1904279" y="4721833"/>
            <a:ext cx="955401" cy="1437686"/>
            <a:chOff x="5686751" y="3713328"/>
            <a:chExt cx="955401" cy="1437686"/>
          </a:xfrm>
        </p:grpSpPr>
        <p:cxnSp>
          <p:nvCxnSpPr>
            <p:cNvPr id="57" name="直線接點 56"/>
            <p:cNvCxnSpPr>
              <a:stCxn id="62" idx="4"/>
              <a:endCxn id="64" idx="0"/>
            </p:cNvCxnSpPr>
            <p:nvPr/>
          </p:nvCxnSpPr>
          <p:spPr>
            <a:xfrm flipH="1">
              <a:off x="5890484" y="4597859"/>
              <a:ext cx="208807" cy="2326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橢圓 57"/>
            <p:cNvSpPr/>
            <p:nvPr/>
          </p:nvSpPr>
          <p:spPr>
            <a:xfrm>
              <a:off x="6297502" y="3763519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0" name="直線接點 59"/>
            <p:cNvCxnSpPr>
              <a:stCxn id="58" idx="4"/>
              <a:endCxn id="62" idx="0"/>
            </p:cNvCxnSpPr>
            <p:nvPr/>
          </p:nvCxnSpPr>
          <p:spPr>
            <a:xfrm flipH="1">
              <a:off x="6099291" y="4051519"/>
              <a:ext cx="342211" cy="2583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文字方塊 60"/>
            <p:cNvSpPr txBox="1"/>
            <p:nvPr/>
          </p:nvSpPr>
          <p:spPr>
            <a:xfrm>
              <a:off x="6226653" y="3713328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橢圓 61"/>
            <p:cNvSpPr/>
            <p:nvPr/>
          </p:nvSpPr>
          <p:spPr>
            <a:xfrm>
              <a:off x="5955291" y="4309859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橢圓 63"/>
            <p:cNvSpPr/>
            <p:nvPr/>
          </p:nvSpPr>
          <p:spPr>
            <a:xfrm>
              <a:off x="5746484" y="4830499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5" name="直線接點 64"/>
            <p:cNvCxnSpPr>
              <a:stCxn id="62" idx="4"/>
              <a:endCxn id="69" idx="0"/>
            </p:cNvCxnSpPr>
            <p:nvPr/>
          </p:nvCxnSpPr>
          <p:spPr>
            <a:xfrm>
              <a:off x="6099291" y="4597859"/>
              <a:ext cx="231775" cy="2326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文字方塊 65"/>
            <p:cNvSpPr txBox="1"/>
            <p:nvPr/>
          </p:nvSpPr>
          <p:spPr>
            <a:xfrm>
              <a:off x="5897448" y="4277875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文字方塊 66"/>
            <p:cNvSpPr txBox="1"/>
            <p:nvPr/>
          </p:nvSpPr>
          <p:spPr>
            <a:xfrm>
              <a:off x="5686751" y="4780308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橢圓 68"/>
            <p:cNvSpPr/>
            <p:nvPr/>
          </p:nvSpPr>
          <p:spPr>
            <a:xfrm>
              <a:off x="6187066" y="4830499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文字方塊 70"/>
            <p:cNvSpPr txBox="1"/>
            <p:nvPr/>
          </p:nvSpPr>
          <p:spPr>
            <a:xfrm>
              <a:off x="6137642" y="4781682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5" name="文字方塊 74"/>
          <p:cNvSpPr txBox="1"/>
          <p:nvPr/>
        </p:nvSpPr>
        <p:spPr>
          <a:xfrm>
            <a:off x="2614558" y="5790981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文字方塊 75"/>
          <p:cNvSpPr txBox="1"/>
          <p:nvPr/>
        </p:nvSpPr>
        <p:spPr>
          <a:xfrm>
            <a:off x="1720627" y="5795972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文字方塊 77"/>
          <p:cNvSpPr txBox="1"/>
          <p:nvPr/>
        </p:nvSpPr>
        <p:spPr>
          <a:xfrm>
            <a:off x="2286278" y="471154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文字方塊 78"/>
          <p:cNvSpPr txBox="1"/>
          <p:nvPr/>
        </p:nvSpPr>
        <p:spPr>
          <a:xfrm>
            <a:off x="1946894" y="5276650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文字方塊 80"/>
          <p:cNvSpPr txBox="1"/>
          <p:nvPr/>
        </p:nvSpPr>
        <p:spPr>
          <a:xfrm>
            <a:off x="2167549" y="1870898"/>
            <a:ext cx="9829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刪除</a:t>
            </a:r>
            <a:r>
              <a:rPr lang="en-US" altLang="zh-TW" sz="2000" b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70</a:t>
            </a:r>
            <a:endParaRPr lang="zh-TW" altLang="en-US" sz="2000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82" name="向右箭號 81"/>
          <p:cNvSpPr/>
          <p:nvPr/>
        </p:nvSpPr>
        <p:spPr>
          <a:xfrm>
            <a:off x="4138847" y="2635920"/>
            <a:ext cx="576064" cy="5604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3" name="向右箭號 82"/>
          <p:cNvSpPr/>
          <p:nvPr/>
        </p:nvSpPr>
        <p:spPr>
          <a:xfrm>
            <a:off x="711545" y="5180087"/>
            <a:ext cx="576064" cy="5604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文字方塊 83"/>
          <p:cNvSpPr txBox="1"/>
          <p:nvPr/>
        </p:nvSpPr>
        <p:spPr>
          <a:xfrm>
            <a:off x="5522570" y="1899875"/>
            <a:ext cx="9829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刪除</a:t>
            </a:r>
            <a:r>
              <a:rPr lang="en-US" altLang="zh-TW" sz="2000" b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50</a:t>
            </a:r>
            <a:endParaRPr lang="zh-TW" altLang="en-US" sz="2000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85" name="文字方塊 84"/>
          <p:cNvSpPr txBox="1"/>
          <p:nvPr/>
        </p:nvSpPr>
        <p:spPr>
          <a:xfrm>
            <a:off x="2054606" y="4317909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失去平衡</a:t>
            </a:r>
            <a:endParaRPr lang="zh-TW" altLang="en-US" sz="2000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86" name="向右箭號 85"/>
          <p:cNvSpPr/>
          <p:nvPr/>
        </p:nvSpPr>
        <p:spPr>
          <a:xfrm>
            <a:off x="4167814" y="5180087"/>
            <a:ext cx="576064" cy="5604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7" name="文字方塊 86"/>
          <p:cNvSpPr txBox="1"/>
          <p:nvPr/>
        </p:nvSpPr>
        <p:spPr>
          <a:xfrm>
            <a:off x="4117648" y="4449306"/>
            <a:ext cx="6703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LL?</a:t>
            </a:r>
          </a:p>
          <a:p>
            <a:r>
              <a:rPr lang="en-US" altLang="zh-TW" sz="2000" b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LR?</a:t>
            </a:r>
            <a:endParaRPr lang="zh-TW" altLang="en-US" sz="2000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grpSp>
        <p:nvGrpSpPr>
          <p:cNvPr id="100" name="群組 99"/>
          <p:cNvGrpSpPr/>
          <p:nvPr/>
        </p:nvGrpSpPr>
        <p:grpSpPr>
          <a:xfrm>
            <a:off x="5469817" y="4732775"/>
            <a:ext cx="1114256" cy="1432529"/>
            <a:chOff x="5470919" y="2301572"/>
            <a:chExt cx="1114256" cy="1432529"/>
          </a:xfrm>
        </p:grpSpPr>
        <p:sp>
          <p:nvSpPr>
            <p:cNvPr id="102" name="橢圓 101"/>
            <p:cNvSpPr/>
            <p:nvPr/>
          </p:nvSpPr>
          <p:spPr>
            <a:xfrm>
              <a:off x="5877151" y="2351763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03" name="直線接點 102"/>
            <p:cNvCxnSpPr>
              <a:stCxn id="102" idx="4"/>
              <a:endCxn id="107" idx="0"/>
            </p:cNvCxnSpPr>
            <p:nvPr/>
          </p:nvCxnSpPr>
          <p:spPr>
            <a:xfrm>
              <a:off x="6021151" y="2639763"/>
              <a:ext cx="349520" cy="26412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線接點 103"/>
            <p:cNvCxnSpPr>
              <a:stCxn id="102" idx="4"/>
              <a:endCxn id="106" idx="0"/>
            </p:cNvCxnSpPr>
            <p:nvPr/>
          </p:nvCxnSpPr>
          <p:spPr>
            <a:xfrm flipH="1">
              <a:off x="5678940" y="2639763"/>
              <a:ext cx="342211" cy="2583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文字方塊 104"/>
            <p:cNvSpPr txBox="1"/>
            <p:nvPr/>
          </p:nvSpPr>
          <p:spPr>
            <a:xfrm>
              <a:off x="5806302" y="2301572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" name="橢圓 105"/>
            <p:cNvSpPr/>
            <p:nvPr/>
          </p:nvSpPr>
          <p:spPr>
            <a:xfrm>
              <a:off x="5534940" y="2898103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7" name="橢圓 106"/>
            <p:cNvSpPr/>
            <p:nvPr/>
          </p:nvSpPr>
          <p:spPr>
            <a:xfrm>
              <a:off x="6226671" y="2903888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09" name="直線接點 108"/>
            <p:cNvCxnSpPr>
              <a:stCxn id="107" idx="4"/>
              <a:endCxn id="113" idx="0"/>
            </p:cNvCxnSpPr>
            <p:nvPr/>
          </p:nvCxnSpPr>
          <p:spPr>
            <a:xfrm flipH="1">
              <a:off x="6144980" y="3191888"/>
              <a:ext cx="225691" cy="22685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文字方塊 109"/>
            <p:cNvSpPr txBox="1"/>
            <p:nvPr/>
          </p:nvSpPr>
          <p:spPr>
            <a:xfrm>
              <a:off x="5470919" y="2853763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" name="文字方塊 111"/>
            <p:cNvSpPr txBox="1"/>
            <p:nvPr/>
          </p:nvSpPr>
          <p:spPr>
            <a:xfrm>
              <a:off x="6169676" y="2859517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" name="橢圓 112"/>
            <p:cNvSpPr/>
            <p:nvPr/>
          </p:nvSpPr>
          <p:spPr>
            <a:xfrm>
              <a:off x="6000980" y="3418743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4" name="文字方塊 113"/>
            <p:cNvSpPr txBox="1"/>
            <p:nvPr/>
          </p:nvSpPr>
          <p:spPr>
            <a:xfrm>
              <a:off x="5945715" y="3364769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6" name="群組 115"/>
          <p:cNvGrpSpPr/>
          <p:nvPr/>
        </p:nvGrpSpPr>
        <p:grpSpPr>
          <a:xfrm>
            <a:off x="7192213" y="4720459"/>
            <a:ext cx="1358780" cy="1436312"/>
            <a:chOff x="5686751" y="3713328"/>
            <a:chExt cx="1358780" cy="1436312"/>
          </a:xfrm>
        </p:grpSpPr>
        <p:cxnSp>
          <p:nvCxnSpPr>
            <p:cNvPr id="117" name="直線接點 116"/>
            <p:cNvCxnSpPr>
              <a:stCxn id="121" idx="4"/>
              <a:endCxn id="122" idx="0"/>
            </p:cNvCxnSpPr>
            <p:nvPr/>
          </p:nvCxnSpPr>
          <p:spPr>
            <a:xfrm flipH="1">
              <a:off x="5890484" y="4597859"/>
              <a:ext cx="208807" cy="2326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橢圓 117"/>
            <p:cNvSpPr/>
            <p:nvPr/>
          </p:nvSpPr>
          <p:spPr>
            <a:xfrm>
              <a:off x="6297502" y="3763519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19" name="直線接點 118"/>
            <p:cNvCxnSpPr>
              <a:stCxn id="118" idx="4"/>
              <a:endCxn id="121" idx="0"/>
            </p:cNvCxnSpPr>
            <p:nvPr/>
          </p:nvCxnSpPr>
          <p:spPr>
            <a:xfrm flipH="1">
              <a:off x="6099291" y="4051519"/>
              <a:ext cx="342211" cy="2583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文字方塊 119"/>
            <p:cNvSpPr txBox="1"/>
            <p:nvPr/>
          </p:nvSpPr>
          <p:spPr>
            <a:xfrm>
              <a:off x="6226653" y="3713328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1" name="橢圓 120"/>
            <p:cNvSpPr/>
            <p:nvPr/>
          </p:nvSpPr>
          <p:spPr>
            <a:xfrm>
              <a:off x="5955291" y="4309859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2" name="橢圓 121"/>
            <p:cNvSpPr/>
            <p:nvPr/>
          </p:nvSpPr>
          <p:spPr>
            <a:xfrm>
              <a:off x="5746484" y="4830499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23" name="直線接點 122"/>
            <p:cNvCxnSpPr>
              <a:stCxn id="118" idx="4"/>
              <a:endCxn id="126" idx="0"/>
            </p:cNvCxnSpPr>
            <p:nvPr/>
          </p:nvCxnSpPr>
          <p:spPr>
            <a:xfrm>
              <a:off x="6441502" y="4051519"/>
              <a:ext cx="381792" cy="257679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文字方塊 123"/>
            <p:cNvSpPr txBox="1"/>
            <p:nvPr/>
          </p:nvSpPr>
          <p:spPr>
            <a:xfrm>
              <a:off x="5897448" y="4277875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5" name="文字方塊 124"/>
            <p:cNvSpPr txBox="1"/>
            <p:nvPr/>
          </p:nvSpPr>
          <p:spPr>
            <a:xfrm>
              <a:off x="5686751" y="4780308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6" name="橢圓 125"/>
            <p:cNvSpPr/>
            <p:nvPr/>
          </p:nvSpPr>
          <p:spPr>
            <a:xfrm>
              <a:off x="6679294" y="4309198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7" name="文字方塊 126"/>
            <p:cNvSpPr txBox="1"/>
            <p:nvPr/>
          </p:nvSpPr>
          <p:spPr>
            <a:xfrm>
              <a:off x="6630032" y="4274592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0" name="文字方塊 129"/>
          <p:cNvSpPr txBox="1"/>
          <p:nvPr/>
        </p:nvSpPr>
        <p:spPr>
          <a:xfrm>
            <a:off x="5765720" y="5806318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文字方塊 130"/>
          <p:cNvSpPr txBox="1"/>
          <p:nvPr/>
        </p:nvSpPr>
        <p:spPr>
          <a:xfrm>
            <a:off x="6420522" y="5275663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文字方塊 131"/>
          <p:cNvSpPr txBox="1"/>
          <p:nvPr/>
        </p:nvSpPr>
        <p:spPr>
          <a:xfrm>
            <a:off x="5551174" y="471565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文字方塊 132"/>
          <p:cNvSpPr txBox="1"/>
          <p:nvPr/>
        </p:nvSpPr>
        <p:spPr>
          <a:xfrm>
            <a:off x="5306259" y="5280759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文字方塊 133"/>
          <p:cNvSpPr txBox="1"/>
          <p:nvPr/>
        </p:nvSpPr>
        <p:spPr>
          <a:xfrm>
            <a:off x="7020272" y="5798763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文字方塊 134"/>
          <p:cNvSpPr txBox="1"/>
          <p:nvPr/>
        </p:nvSpPr>
        <p:spPr>
          <a:xfrm>
            <a:off x="8394907" y="5268108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文字方塊 135"/>
          <p:cNvSpPr txBox="1"/>
          <p:nvPr/>
        </p:nvSpPr>
        <p:spPr>
          <a:xfrm>
            <a:off x="7584201" y="470810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文字方塊 136"/>
          <p:cNvSpPr txBox="1"/>
          <p:nvPr/>
        </p:nvSpPr>
        <p:spPr>
          <a:xfrm>
            <a:off x="7250688" y="5273204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6981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  <p:bldP spid="51" grpId="0"/>
      <p:bldP spid="52" grpId="0"/>
      <p:bldP spid="53" grpId="0"/>
      <p:bldP spid="54" grpId="0"/>
      <p:bldP spid="55" grpId="0"/>
      <p:bldP spid="75" grpId="0"/>
      <p:bldP spid="76" grpId="0"/>
      <p:bldP spid="78" grpId="0"/>
      <p:bldP spid="79" grpId="0"/>
      <p:bldP spid="81" grpId="0"/>
      <p:bldP spid="82" grpId="0" animBg="1"/>
      <p:bldP spid="83" grpId="0" animBg="1"/>
      <p:bldP spid="84" grpId="0"/>
      <p:bldP spid="85" grpId="0"/>
      <p:bldP spid="86" grpId="0" animBg="1"/>
      <p:bldP spid="87" grpId="0"/>
      <p:bldP spid="130" grpId="0"/>
      <p:bldP spid="131" grpId="0"/>
      <p:bldP spid="132" grpId="0"/>
      <p:bldP spid="133" grpId="0"/>
      <p:bldP spid="134" grpId="0"/>
      <p:bldP spid="135" grpId="0"/>
      <p:bldP spid="136" grpId="0"/>
      <p:bldP spid="13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AVL-tree</a:t>
            </a:r>
            <a:r>
              <a:rPr lang="zh-TW" altLang="en-US" dirty="0"/>
              <a:t>的刪除 </a:t>
            </a:r>
            <a:r>
              <a:rPr lang="en-US" altLang="zh-TW" dirty="0" smtClean="0"/>
              <a:t>(2/2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狀況二：</a:t>
            </a:r>
            <a:r>
              <a:rPr lang="zh-TW" altLang="en-US" dirty="0"/>
              <a:t>刪除的</a:t>
            </a:r>
            <a:r>
              <a:rPr lang="zh-TW" altLang="en-US" dirty="0" smtClean="0"/>
              <a:t>節點非樹葉</a:t>
            </a:r>
            <a:r>
              <a:rPr lang="zh-TW" altLang="en-US" dirty="0"/>
              <a:t>節點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2026/05/13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15</a:t>
            </a:fld>
            <a:endParaRPr lang="en-US" altLang="zh-TW" dirty="0"/>
          </a:p>
        </p:txBody>
      </p:sp>
      <p:grpSp>
        <p:nvGrpSpPr>
          <p:cNvPr id="40" name="群組 39"/>
          <p:cNvGrpSpPr/>
          <p:nvPr/>
        </p:nvGrpSpPr>
        <p:grpSpPr>
          <a:xfrm>
            <a:off x="1730639" y="2142381"/>
            <a:ext cx="2232248" cy="1912610"/>
            <a:chOff x="899592" y="2142381"/>
            <a:chExt cx="2232248" cy="1912610"/>
          </a:xfrm>
        </p:grpSpPr>
        <p:cxnSp>
          <p:nvCxnSpPr>
            <p:cNvPr id="9" name="直線接點 8"/>
            <p:cNvCxnSpPr>
              <a:stCxn id="14" idx="4"/>
              <a:endCxn id="16" idx="0"/>
            </p:cNvCxnSpPr>
            <p:nvPr/>
          </p:nvCxnSpPr>
          <p:spPr>
            <a:xfrm flipH="1">
              <a:off x="1103325" y="3017387"/>
              <a:ext cx="208807" cy="2326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橢圓 9"/>
            <p:cNvSpPr/>
            <p:nvPr/>
          </p:nvSpPr>
          <p:spPr>
            <a:xfrm>
              <a:off x="1840400" y="218304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1" name="直線接點 10"/>
            <p:cNvCxnSpPr>
              <a:stCxn id="10" idx="4"/>
              <a:endCxn id="15" idx="0"/>
            </p:cNvCxnSpPr>
            <p:nvPr/>
          </p:nvCxnSpPr>
          <p:spPr>
            <a:xfrm>
              <a:off x="1984400" y="2471047"/>
              <a:ext cx="700191" cy="267022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11"/>
            <p:cNvCxnSpPr>
              <a:stCxn id="10" idx="4"/>
              <a:endCxn id="14" idx="0"/>
            </p:cNvCxnSpPr>
            <p:nvPr/>
          </p:nvCxnSpPr>
          <p:spPr>
            <a:xfrm flipH="1">
              <a:off x="1312132" y="2471047"/>
              <a:ext cx="672268" cy="2583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字方塊 12"/>
            <p:cNvSpPr txBox="1"/>
            <p:nvPr/>
          </p:nvSpPr>
          <p:spPr>
            <a:xfrm>
              <a:off x="1780237" y="2142381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橢圓 13"/>
            <p:cNvSpPr/>
            <p:nvPr/>
          </p:nvSpPr>
          <p:spPr>
            <a:xfrm>
              <a:off x="1168132" y="272938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橢圓 14"/>
            <p:cNvSpPr/>
            <p:nvPr/>
          </p:nvSpPr>
          <p:spPr>
            <a:xfrm>
              <a:off x="2540591" y="2738069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橢圓 15"/>
            <p:cNvSpPr/>
            <p:nvPr/>
          </p:nvSpPr>
          <p:spPr>
            <a:xfrm>
              <a:off x="959325" y="325002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7" name="直線接點 16"/>
            <p:cNvCxnSpPr>
              <a:stCxn id="14" idx="4"/>
              <a:endCxn id="21" idx="0"/>
            </p:cNvCxnSpPr>
            <p:nvPr/>
          </p:nvCxnSpPr>
          <p:spPr>
            <a:xfrm>
              <a:off x="1312132" y="3017387"/>
              <a:ext cx="231775" cy="2326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字方塊 17"/>
            <p:cNvSpPr txBox="1"/>
            <p:nvPr/>
          </p:nvSpPr>
          <p:spPr>
            <a:xfrm>
              <a:off x="1110289" y="2697403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文字方塊 18"/>
            <p:cNvSpPr txBox="1"/>
            <p:nvPr/>
          </p:nvSpPr>
          <p:spPr>
            <a:xfrm>
              <a:off x="899592" y="3199836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文字方塊 19"/>
            <p:cNvSpPr txBox="1"/>
            <p:nvPr/>
          </p:nvSpPr>
          <p:spPr>
            <a:xfrm>
              <a:off x="2491250" y="2686504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橢圓 20"/>
            <p:cNvSpPr/>
            <p:nvPr/>
          </p:nvSpPr>
          <p:spPr>
            <a:xfrm>
              <a:off x="1399907" y="325002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橢圓 21"/>
            <p:cNvSpPr/>
            <p:nvPr/>
          </p:nvSpPr>
          <p:spPr>
            <a:xfrm>
              <a:off x="2771224" y="325002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文字方塊 22"/>
            <p:cNvSpPr txBox="1"/>
            <p:nvPr/>
          </p:nvSpPr>
          <p:spPr>
            <a:xfrm>
              <a:off x="1337775" y="3209361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5" name="直線接點 24"/>
            <p:cNvCxnSpPr>
              <a:stCxn id="15" idx="4"/>
              <a:endCxn id="22" idx="0"/>
            </p:cNvCxnSpPr>
            <p:nvPr/>
          </p:nvCxnSpPr>
          <p:spPr>
            <a:xfrm>
              <a:off x="2684591" y="3026069"/>
              <a:ext cx="230633" cy="223958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橢圓 25"/>
            <p:cNvSpPr/>
            <p:nvPr/>
          </p:nvSpPr>
          <p:spPr>
            <a:xfrm>
              <a:off x="2345423" y="325002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30" name="直線接點 29"/>
            <p:cNvCxnSpPr>
              <a:stCxn id="15" idx="4"/>
              <a:endCxn id="26" idx="0"/>
            </p:cNvCxnSpPr>
            <p:nvPr/>
          </p:nvCxnSpPr>
          <p:spPr>
            <a:xfrm flipH="1">
              <a:off x="2489423" y="3026069"/>
              <a:ext cx="195168" cy="223958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橢圓 32"/>
            <p:cNvSpPr/>
            <p:nvPr/>
          </p:nvSpPr>
          <p:spPr>
            <a:xfrm>
              <a:off x="2551576" y="3729388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34" name="直線接點 33"/>
            <p:cNvCxnSpPr>
              <a:stCxn id="26" idx="4"/>
              <a:endCxn id="33" idx="0"/>
            </p:cNvCxnSpPr>
            <p:nvPr/>
          </p:nvCxnSpPr>
          <p:spPr>
            <a:xfrm>
              <a:off x="2489423" y="3538027"/>
              <a:ext cx="206153" cy="191361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文字方塊 23"/>
            <p:cNvSpPr txBox="1"/>
            <p:nvPr/>
          </p:nvSpPr>
          <p:spPr>
            <a:xfrm>
              <a:off x="2280056" y="3199836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文字方塊 37"/>
            <p:cNvSpPr txBox="1"/>
            <p:nvPr/>
          </p:nvSpPr>
          <p:spPr>
            <a:xfrm>
              <a:off x="2716341" y="3209361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文字方塊 38"/>
            <p:cNvSpPr txBox="1"/>
            <p:nvPr/>
          </p:nvSpPr>
          <p:spPr>
            <a:xfrm>
              <a:off x="2489104" y="3685659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1" name="文字方塊 40"/>
          <p:cNvSpPr txBox="1"/>
          <p:nvPr/>
        </p:nvSpPr>
        <p:spPr>
          <a:xfrm>
            <a:off x="3618122" y="3685659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3833610" y="3199836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2450155" y="3207774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1553570" y="3198249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1755757" y="2682876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3591992" y="2689171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2841188" y="319824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2335617" y="213369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向右箭號 48"/>
          <p:cNvSpPr/>
          <p:nvPr/>
        </p:nvSpPr>
        <p:spPr>
          <a:xfrm>
            <a:off x="4813333" y="2635920"/>
            <a:ext cx="576064" cy="5604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文字方塊 49"/>
          <p:cNvSpPr txBox="1"/>
          <p:nvPr/>
        </p:nvSpPr>
        <p:spPr>
          <a:xfrm>
            <a:off x="2327552" y="1795932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刪除</a:t>
            </a:r>
            <a:r>
              <a:rPr lang="en-US" altLang="zh-TW" sz="2000" b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80</a:t>
            </a:r>
            <a:endParaRPr lang="zh-TW" altLang="en-US" sz="2000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grpSp>
        <p:nvGrpSpPr>
          <p:cNvPr id="51" name="群組 50"/>
          <p:cNvGrpSpPr/>
          <p:nvPr/>
        </p:nvGrpSpPr>
        <p:grpSpPr>
          <a:xfrm>
            <a:off x="6182590" y="2142381"/>
            <a:ext cx="2232248" cy="1436312"/>
            <a:chOff x="899592" y="2142381"/>
            <a:chExt cx="2232248" cy="1436312"/>
          </a:xfrm>
        </p:grpSpPr>
        <p:cxnSp>
          <p:nvCxnSpPr>
            <p:cNvPr id="52" name="直線接點 51"/>
            <p:cNvCxnSpPr>
              <a:stCxn id="57" idx="4"/>
              <a:endCxn id="59" idx="0"/>
            </p:cNvCxnSpPr>
            <p:nvPr/>
          </p:nvCxnSpPr>
          <p:spPr>
            <a:xfrm flipH="1">
              <a:off x="1103325" y="3017387"/>
              <a:ext cx="208807" cy="2326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橢圓 52"/>
            <p:cNvSpPr/>
            <p:nvPr/>
          </p:nvSpPr>
          <p:spPr>
            <a:xfrm>
              <a:off x="1840400" y="218304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54" name="直線接點 53"/>
            <p:cNvCxnSpPr>
              <a:stCxn id="53" idx="4"/>
              <a:endCxn id="58" idx="0"/>
            </p:cNvCxnSpPr>
            <p:nvPr/>
          </p:nvCxnSpPr>
          <p:spPr>
            <a:xfrm>
              <a:off x="1984400" y="2471047"/>
              <a:ext cx="700191" cy="267022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接點 54"/>
            <p:cNvCxnSpPr>
              <a:stCxn id="53" idx="4"/>
              <a:endCxn id="57" idx="0"/>
            </p:cNvCxnSpPr>
            <p:nvPr/>
          </p:nvCxnSpPr>
          <p:spPr>
            <a:xfrm flipH="1">
              <a:off x="1312132" y="2471047"/>
              <a:ext cx="672268" cy="2583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文字方塊 55"/>
            <p:cNvSpPr txBox="1"/>
            <p:nvPr/>
          </p:nvSpPr>
          <p:spPr>
            <a:xfrm>
              <a:off x="1780237" y="2142381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橢圓 56"/>
            <p:cNvSpPr/>
            <p:nvPr/>
          </p:nvSpPr>
          <p:spPr>
            <a:xfrm>
              <a:off x="1168132" y="272938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橢圓 57"/>
            <p:cNvSpPr/>
            <p:nvPr/>
          </p:nvSpPr>
          <p:spPr>
            <a:xfrm>
              <a:off x="2540591" y="2738069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9" name="橢圓 58"/>
            <p:cNvSpPr/>
            <p:nvPr/>
          </p:nvSpPr>
          <p:spPr>
            <a:xfrm>
              <a:off x="959325" y="325002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0" name="直線接點 59"/>
            <p:cNvCxnSpPr>
              <a:stCxn id="57" idx="4"/>
              <a:endCxn id="64" idx="0"/>
            </p:cNvCxnSpPr>
            <p:nvPr/>
          </p:nvCxnSpPr>
          <p:spPr>
            <a:xfrm>
              <a:off x="1312132" y="3017387"/>
              <a:ext cx="231775" cy="2326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文字方塊 60"/>
            <p:cNvSpPr txBox="1"/>
            <p:nvPr/>
          </p:nvSpPr>
          <p:spPr>
            <a:xfrm>
              <a:off x="1110289" y="2697403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文字方塊 61"/>
            <p:cNvSpPr txBox="1"/>
            <p:nvPr/>
          </p:nvSpPr>
          <p:spPr>
            <a:xfrm>
              <a:off x="899592" y="3199836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文字方塊 62"/>
            <p:cNvSpPr txBox="1"/>
            <p:nvPr/>
          </p:nvSpPr>
          <p:spPr>
            <a:xfrm>
              <a:off x="2491250" y="2686504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橢圓 63"/>
            <p:cNvSpPr/>
            <p:nvPr/>
          </p:nvSpPr>
          <p:spPr>
            <a:xfrm>
              <a:off x="1399907" y="325002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橢圓 64"/>
            <p:cNvSpPr/>
            <p:nvPr/>
          </p:nvSpPr>
          <p:spPr>
            <a:xfrm>
              <a:off x="2771224" y="325002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文字方塊 65"/>
            <p:cNvSpPr txBox="1"/>
            <p:nvPr/>
          </p:nvSpPr>
          <p:spPr>
            <a:xfrm>
              <a:off x="1337775" y="3209361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7" name="直線接點 66"/>
            <p:cNvCxnSpPr>
              <a:stCxn id="58" idx="4"/>
              <a:endCxn id="65" idx="0"/>
            </p:cNvCxnSpPr>
            <p:nvPr/>
          </p:nvCxnSpPr>
          <p:spPr>
            <a:xfrm>
              <a:off x="2684591" y="3026069"/>
              <a:ext cx="230633" cy="223958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橢圓 67"/>
            <p:cNvSpPr/>
            <p:nvPr/>
          </p:nvSpPr>
          <p:spPr>
            <a:xfrm>
              <a:off x="2345423" y="325002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9" name="直線接點 68"/>
            <p:cNvCxnSpPr>
              <a:stCxn id="58" idx="4"/>
              <a:endCxn id="68" idx="0"/>
            </p:cNvCxnSpPr>
            <p:nvPr/>
          </p:nvCxnSpPr>
          <p:spPr>
            <a:xfrm flipH="1">
              <a:off x="2489423" y="3026069"/>
              <a:ext cx="195168" cy="223958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文字方塊 71"/>
            <p:cNvSpPr txBox="1"/>
            <p:nvPr/>
          </p:nvSpPr>
          <p:spPr>
            <a:xfrm>
              <a:off x="2280056" y="3199836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文字方塊 72"/>
            <p:cNvSpPr txBox="1"/>
            <p:nvPr/>
          </p:nvSpPr>
          <p:spPr>
            <a:xfrm>
              <a:off x="2716341" y="3209361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5" name="文字方塊 74"/>
          <p:cNvSpPr txBox="1"/>
          <p:nvPr/>
        </p:nvSpPr>
        <p:spPr>
          <a:xfrm>
            <a:off x="8298106" y="3201807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文字方塊 75"/>
          <p:cNvSpPr txBox="1"/>
          <p:nvPr/>
        </p:nvSpPr>
        <p:spPr>
          <a:xfrm>
            <a:off x="6914651" y="3209745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文字方塊 76"/>
          <p:cNvSpPr txBox="1"/>
          <p:nvPr/>
        </p:nvSpPr>
        <p:spPr>
          <a:xfrm>
            <a:off x="6018066" y="3200220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文字方塊 77"/>
          <p:cNvSpPr txBox="1"/>
          <p:nvPr/>
        </p:nvSpPr>
        <p:spPr>
          <a:xfrm>
            <a:off x="6220253" y="2684847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文字方塊 78"/>
          <p:cNvSpPr txBox="1"/>
          <p:nvPr/>
        </p:nvSpPr>
        <p:spPr>
          <a:xfrm>
            <a:off x="8056488" y="2691142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文字方塊 79"/>
          <p:cNvSpPr txBox="1"/>
          <p:nvPr/>
        </p:nvSpPr>
        <p:spPr>
          <a:xfrm>
            <a:off x="7388104" y="320022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文字方塊 80"/>
          <p:cNvSpPr txBox="1"/>
          <p:nvPr/>
        </p:nvSpPr>
        <p:spPr>
          <a:xfrm>
            <a:off x="6888711" y="213567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文字方塊 81"/>
          <p:cNvSpPr txBox="1"/>
          <p:nvPr/>
        </p:nvSpPr>
        <p:spPr>
          <a:xfrm>
            <a:off x="4376283" y="1667213"/>
            <a:ext cx="14670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以</a:t>
            </a:r>
            <a:r>
              <a:rPr lang="zh-TW" altLang="en-US" sz="2000" b="1" dirty="0" smtClean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左</a:t>
            </a:r>
            <a:r>
              <a:rPr lang="zh-TW" altLang="en-US" sz="2000" b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子樹中</a:t>
            </a:r>
            <a:endParaRPr lang="en-US" altLang="zh-TW" sz="2000" b="1" dirty="0" smtClean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  <a:p>
            <a:pPr algn="ctr"/>
            <a:r>
              <a:rPr lang="zh-TW" altLang="en-US" sz="2000" b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最</a:t>
            </a:r>
            <a:r>
              <a:rPr lang="zh-TW" altLang="en-US" sz="2000" b="1" dirty="0" smtClean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大</a:t>
            </a:r>
            <a:r>
              <a:rPr lang="zh-TW" altLang="en-US" sz="2000" b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的節點</a:t>
            </a:r>
            <a:endParaRPr lang="en-US" altLang="zh-TW" sz="2000" b="1" dirty="0" smtClean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  <a:p>
            <a:pPr algn="ctr"/>
            <a:r>
              <a:rPr lang="zh-TW" altLang="en-US" sz="2000" b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取代</a:t>
            </a:r>
            <a:endParaRPr lang="zh-TW" altLang="en-US" sz="2000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83" name="向右箭號 82"/>
          <p:cNvSpPr/>
          <p:nvPr/>
        </p:nvSpPr>
        <p:spPr>
          <a:xfrm>
            <a:off x="869057" y="5388796"/>
            <a:ext cx="576064" cy="5604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文字方塊 83"/>
          <p:cNvSpPr txBox="1"/>
          <p:nvPr/>
        </p:nvSpPr>
        <p:spPr>
          <a:xfrm>
            <a:off x="434377" y="4420089"/>
            <a:ext cx="14670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以</a:t>
            </a:r>
            <a:r>
              <a:rPr lang="zh-TW" altLang="en-US" sz="2000" b="1" dirty="0" smtClean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右</a:t>
            </a:r>
            <a:r>
              <a:rPr lang="zh-TW" altLang="en-US" sz="2000" b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子樹中</a:t>
            </a:r>
            <a:endParaRPr lang="en-US" altLang="zh-TW" sz="2000" b="1" dirty="0" smtClean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  <a:p>
            <a:pPr algn="ctr"/>
            <a:r>
              <a:rPr lang="zh-TW" altLang="en-US" sz="2000" b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最</a:t>
            </a:r>
            <a:r>
              <a:rPr lang="zh-TW" altLang="en-US" sz="2000" b="1" dirty="0" smtClean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小</a:t>
            </a:r>
            <a:r>
              <a:rPr lang="zh-TW" altLang="en-US" sz="2000" b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的節點</a:t>
            </a:r>
            <a:endParaRPr lang="en-US" altLang="zh-TW" sz="2000" b="1" dirty="0" smtClean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  <a:p>
            <a:pPr algn="ctr"/>
            <a:r>
              <a:rPr lang="zh-TW" altLang="en-US" sz="2000" b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取代</a:t>
            </a:r>
            <a:endParaRPr lang="zh-TW" altLang="en-US" sz="2000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grpSp>
        <p:nvGrpSpPr>
          <p:cNvPr id="85" name="群組 84"/>
          <p:cNvGrpSpPr/>
          <p:nvPr/>
        </p:nvGrpSpPr>
        <p:grpSpPr>
          <a:xfrm>
            <a:off x="1724334" y="4516826"/>
            <a:ext cx="2007157" cy="1912610"/>
            <a:chOff x="899592" y="2142381"/>
            <a:chExt cx="2007157" cy="1912610"/>
          </a:xfrm>
        </p:grpSpPr>
        <p:cxnSp>
          <p:nvCxnSpPr>
            <p:cNvPr id="86" name="直線接點 85"/>
            <p:cNvCxnSpPr>
              <a:stCxn id="91" idx="4"/>
              <a:endCxn id="93" idx="0"/>
            </p:cNvCxnSpPr>
            <p:nvPr/>
          </p:nvCxnSpPr>
          <p:spPr>
            <a:xfrm flipH="1">
              <a:off x="1103325" y="3017387"/>
              <a:ext cx="208807" cy="2326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橢圓 86"/>
            <p:cNvSpPr/>
            <p:nvPr/>
          </p:nvSpPr>
          <p:spPr>
            <a:xfrm>
              <a:off x="1840400" y="218304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8" name="直線接點 87"/>
            <p:cNvCxnSpPr>
              <a:stCxn id="87" idx="4"/>
              <a:endCxn id="92" idx="0"/>
            </p:cNvCxnSpPr>
            <p:nvPr/>
          </p:nvCxnSpPr>
          <p:spPr>
            <a:xfrm>
              <a:off x="1984400" y="2471047"/>
              <a:ext cx="700191" cy="267022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線接點 88"/>
            <p:cNvCxnSpPr>
              <a:stCxn id="87" idx="4"/>
              <a:endCxn id="91" idx="0"/>
            </p:cNvCxnSpPr>
            <p:nvPr/>
          </p:nvCxnSpPr>
          <p:spPr>
            <a:xfrm flipH="1">
              <a:off x="1312132" y="2471047"/>
              <a:ext cx="672268" cy="2583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文字方塊 89"/>
            <p:cNvSpPr txBox="1"/>
            <p:nvPr/>
          </p:nvSpPr>
          <p:spPr>
            <a:xfrm>
              <a:off x="1780237" y="2142381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橢圓 90"/>
            <p:cNvSpPr/>
            <p:nvPr/>
          </p:nvSpPr>
          <p:spPr>
            <a:xfrm>
              <a:off x="1168132" y="272938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2" name="橢圓 91"/>
            <p:cNvSpPr/>
            <p:nvPr/>
          </p:nvSpPr>
          <p:spPr>
            <a:xfrm>
              <a:off x="2540591" y="2738069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3" name="橢圓 92"/>
            <p:cNvSpPr/>
            <p:nvPr/>
          </p:nvSpPr>
          <p:spPr>
            <a:xfrm>
              <a:off x="959325" y="325002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4" name="直線接點 93"/>
            <p:cNvCxnSpPr>
              <a:stCxn id="91" idx="4"/>
              <a:endCxn id="98" idx="0"/>
            </p:cNvCxnSpPr>
            <p:nvPr/>
          </p:nvCxnSpPr>
          <p:spPr>
            <a:xfrm>
              <a:off x="1312132" y="3017387"/>
              <a:ext cx="231775" cy="2326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文字方塊 94"/>
            <p:cNvSpPr txBox="1"/>
            <p:nvPr/>
          </p:nvSpPr>
          <p:spPr>
            <a:xfrm>
              <a:off x="1110289" y="2697403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文字方塊 95"/>
            <p:cNvSpPr txBox="1"/>
            <p:nvPr/>
          </p:nvSpPr>
          <p:spPr>
            <a:xfrm>
              <a:off x="899592" y="3199836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文字方塊 96"/>
            <p:cNvSpPr txBox="1"/>
            <p:nvPr/>
          </p:nvSpPr>
          <p:spPr>
            <a:xfrm>
              <a:off x="2491250" y="2686504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" name="橢圓 97"/>
            <p:cNvSpPr/>
            <p:nvPr/>
          </p:nvSpPr>
          <p:spPr>
            <a:xfrm>
              <a:off x="1399907" y="325002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0" name="文字方塊 99"/>
            <p:cNvSpPr txBox="1"/>
            <p:nvPr/>
          </p:nvSpPr>
          <p:spPr>
            <a:xfrm>
              <a:off x="1337775" y="3209361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2" name="橢圓 101"/>
            <p:cNvSpPr/>
            <p:nvPr/>
          </p:nvSpPr>
          <p:spPr>
            <a:xfrm>
              <a:off x="2345423" y="325002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03" name="直線接點 102"/>
            <p:cNvCxnSpPr>
              <a:stCxn id="92" idx="4"/>
              <a:endCxn id="102" idx="0"/>
            </p:cNvCxnSpPr>
            <p:nvPr/>
          </p:nvCxnSpPr>
          <p:spPr>
            <a:xfrm flipH="1">
              <a:off x="2489423" y="3026069"/>
              <a:ext cx="195168" cy="223958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橢圓 103"/>
            <p:cNvSpPr/>
            <p:nvPr/>
          </p:nvSpPr>
          <p:spPr>
            <a:xfrm>
              <a:off x="2551576" y="3729388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05" name="直線接點 104"/>
            <p:cNvCxnSpPr>
              <a:stCxn id="102" idx="4"/>
              <a:endCxn id="104" idx="0"/>
            </p:cNvCxnSpPr>
            <p:nvPr/>
          </p:nvCxnSpPr>
          <p:spPr>
            <a:xfrm>
              <a:off x="2489423" y="3538027"/>
              <a:ext cx="206153" cy="191361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文字方塊 105"/>
            <p:cNvSpPr txBox="1"/>
            <p:nvPr/>
          </p:nvSpPr>
          <p:spPr>
            <a:xfrm>
              <a:off x="2280056" y="3199836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8" name="文字方塊 107"/>
            <p:cNvSpPr txBox="1"/>
            <p:nvPr/>
          </p:nvSpPr>
          <p:spPr>
            <a:xfrm>
              <a:off x="2489104" y="3685659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9" name="文字方塊 108"/>
          <p:cNvSpPr txBox="1"/>
          <p:nvPr/>
        </p:nvSpPr>
        <p:spPr>
          <a:xfrm>
            <a:off x="3611817" y="6060104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文字方塊 110"/>
          <p:cNvSpPr txBox="1"/>
          <p:nvPr/>
        </p:nvSpPr>
        <p:spPr>
          <a:xfrm>
            <a:off x="2443850" y="5582219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文字方塊 111"/>
          <p:cNvSpPr txBox="1"/>
          <p:nvPr/>
        </p:nvSpPr>
        <p:spPr>
          <a:xfrm>
            <a:off x="1547265" y="5572694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文字方塊 112"/>
          <p:cNvSpPr txBox="1"/>
          <p:nvPr/>
        </p:nvSpPr>
        <p:spPr>
          <a:xfrm>
            <a:off x="1749452" y="5057321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文字方塊 113"/>
          <p:cNvSpPr txBox="1"/>
          <p:nvPr/>
        </p:nvSpPr>
        <p:spPr>
          <a:xfrm>
            <a:off x="3599053" y="506361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文字方塊 114"/>
          <p:cNvSpPr txBox="1"/>
          <p:nvPr/>
        </p:nvSpPr>
        <p:spPr>
          <a:xfrm>
            <a:off x="2834883" y="557269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文字方塊 115"/>
          <p:cNvSpPr txBox="1"/>
          <p:nvPr/>
        </p:nvSpPr>
        <p:spPr>
          <a:xfrm>
            <a:off x="2329312" y="450814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向右箭號 116"/>
          <p:cNvSpPr/>
          <p:nvPr/>
        </p:nvSpPr>
        <p:spPr>
          <a:xfrm>
            <a:off x="4813593" y="5388796"/>
            <a:ext cx="576064" cy="5604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8" name="文字方塊 117"/>
          <p:cNvSpPr txBox="1"/>
          <p:nvPr/>
        </p:nvSpPr>
        <p:spPr>
          <a:xfrm>
            <a:off x="4703229" y="4973106"/>
            <a:ext cx="7986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b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LR</a:t>
            </a:r>
            <a:r>
              <a:rPr lang="zh-TW" altLang="en-US" sz="2000" b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型</a:t>
            </a:r>
            <a:endParaRPr lang="zh-TW" altLang="en-US" sz="2000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cxnSp>
        <p:nvCxnSpPr>
          <p:cNvPr id="119" name="直線單箭頭接點 118"/>
          <p:cNvCxnSpPr/>
          <p:nvPr/>
        </p:nvCxnSpPr>
        <p:spPr>
          <a:xfrm flipH="1" flipV="1">
            <a:off x="3511743" y="5691613"/>
            <a:ext cx="7790" cy="396000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0" name="群組 119"/>
          <p:cNvGrpSpPr/>
          <p:nvPr/>
        </p:nvGrpSpPr>
        <p:grpSpPr>
          <a:xfrm>
            <a:off x="6188849" y="4516826"/>
            <a:ext cx="2232248" cy="1436312"/>
            <a:chOff x="899592" y="2142381"/>
            <a:chExt cx="2232248" cy="1436312"/>
          </a:xfrm>
        </p:grpSpPr>
        <p:cxnSp>
          <p:nvCxnSpPr>
            <p:cNvPr id="121" name="直線接點 120"/>
            <p:cNvCxnSpPr>
              <a:stCxn id="126" idx="4"/>
              <a:endCxn id="128" idx="0"/>
            </p:cNvCxnSpPr>
            <p:nvPr/>
          </p:nvCxnSpPr>
          <p:spPr>
            <a:xfrm flipH="1">
              <a:off x="1103325" y="3017387"/>
              <a:ext cx="208807" cy="2326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橢圓 121"/>
            <p:cNvSpPr/>
            <p:nvPr/>
          </p:nvSpPr>
          <p:spPr>
            <a:xfrm>
              <a:off x="1840400" y="218304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23" name="直線接點 122"/>
            <p:cNvCxnSpPr>
              <a:stCxn id="122" idx="4"/>
              <a:endCxn id="127" idx="0"/>
            </p:cNvCxnSpPr>
            <p:nvPr/>
          </p:nvCxnSpPr>
          <p:spPr>
            <a:xfrm>
              <a:off x="1984400" y="2471047"/>
              <a:ext cx="700191" cy="267022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線接點 123"/>
            <p:cNvCxnSpPr>
              <a:stCxn id="122" idx="4"/>
              <a:endCxn id="126" idx="0"/>
            </p:cNvCxnSpPr>
            <p:nvPr/>
          </p:nvCxnSpPr>
          <p:spPr>
            <a:xfrm flipH="1">
              <a:off x="1312132" y="2471047"/>
              <a:ext cx="672268" cy="2583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文字方塊 124"/>
            <p:cNvSpPr txBox="1"/>
            <p:nvPr/>
          </p:nvSpPr>
          <p:spPr>
            <a:xfrm>
              <a:off x="1780237" y="2142381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6" name="橢圓 125"/>
            <p:cNvSpPr/>
            <p:nvPr/>
          </p:nvSpPr>
          <p:spPr>
            <a:xfrm>
              <a:off x="1168132" y="272938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7" name="橢圓 126"/>
            <p:cNvSpPr/>
            <p:nvPr/>
          </p:nvSpPr>
          <p:spPr>
            <a:xfrm>
              <a:off x="2540591" y="2738069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8" name="橢圓 127"/>
            <p:cNvSpPr/>
            <p:nvPr/>
          </p:nvSpPr>
          <p:spPr>
            <a:xfrm>
              <a:off x="959325" y="325002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29" name="直線接點 128"/>
            <p:cNvCxnSpPr>
              <a:stCxn id="126" idx="4"/>
              <a:endCxn id="133" idx="0"/>
            </p:cNvCxnSpPr>
            <p:nvPr/>
          </p:nvCxnSpPr>
          <p:spPr>
            <a:xfrm>
              <a:off x="1312132" y="3017387"/>
              <a:ext cx="231775" cy="2326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文字方塊 129"/>
            <p:cNvSpPr txBox="1"/>
            <p:nvPr/>
          </p:nvSpPr>
          <p:spPr>
            <a:xfrm>
              <a:off x="1110289" y="2697403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1" name="文字方塊 130"/>
            <p:cNvSpPr txBox="1"/>
            <p:nvPr/>
          </p:nvSpPr>
          <p:spPr>
            <a:xfrm>
              <a:off x="899592" y="3199836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2" name="文字方塊 131"/>
            <p:cNvSpPr txBox="1"/>
            <p:nvPr/>
          </p:nvSpPr>
          <p:spPr>
            <a:xfrm>
              <a:off x="2491250" y="2686504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" name="橢圓 132"/>
            <p:cNvSpPr/>
            <p:nvPr/>
          </p:nvSpPr>
          <p:spPr>
            <a:xfrm>
              <a:off x="1399907" y="325002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4" name="橢圓 133"/>
            <p:cNvSpPr/>
            <p:nvPr/>
          </p:nvSpPr>
          <p:spPr>
            <a:xfrm>
              <a:off x="2771224" y="325002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5" name="文字方塊 134"/>
            <p:cNvSpPr txBox="1"/>
            <p:nvPr/>
          </p:nvSpPr>
          <p:spPr>
            <a:xfrm>
              <a:off x="1337775" y="3209361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6" name="直線接點 135"/>
            <p:cNvCxnSpPr>
              <a:stCxn id="127" idx="4"/>
              <a:endCxn id="134" idx="0"/>
            </p:cNvCxnSpPr>
            <p:nvPr/>
          </p:nvCxnSpPr>
          <p:spPr>
            <a:xfrm>
              <a:off x="2684591" y="3026069"/>
              <a:ext cx="230633" cy="223958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橢圓 136"/>
            <p:cNvSpPr/>
            <p:nvPr/>
          </p:nvSpPr>
          <p:spPr>
            <a:xfrm>
              <a:off x="2345423" y="325002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38" name="直線接點 137"/>
            <p:cNvCxnSpPr>
              <a:stCxn id="127" idx="4"/>
              <a:endCxn id="137" idx="0"/>
            </p:cNvCxnSpPr>
            <p:nvPr/>
          </p:nvCxnSpPr>
          <p:spPr>
            <a:xfrm flipH="1">
              <a:off x="2489423" y="3026069"/>
              <a:ext cx="195168" cy="223958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文字方塊 138"/>
            <p:cNvSpPr txBox="1"/>
            <p:nvPr/>
          </p:nvSpPr>
          <p:spPr>
            <a:xfrm>
              <a:off x="2280056" y="3199836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0" name="文字方塊 139"/>
            <p:cNvSpPr txBox="1"/>
            <p:nvPr/>
          </p:nvSpPr>
          <p:spPr>
            <a:xfrm>
              <a:off x="2716341" y="3209361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1" name="文字方塊 140"/>
          <p:cNvSpPr txBox="1"/>
          <p:nvPr/>
        </p:nvSpPr>
        <p:spPr>
          <a:xfrm>
            <a:off x="8304365" y="5576252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文字方塊 141"/>
          <p:cNvSpPr txBox="1"/>
          <p:nvPr/>
        </p:nvSpPr>
        <p:spPr>
          <a:xfrm>
            <a:off x="6920910" y="5584190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文字方塊 142"/>
          <p:cNvSpPr txBox="1"/>
          <p:nvPr/>
        </p:nvSpPr>
        <p:spPr>
          <a:xfrm>
            <a:off x="6024325" y="5574665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文字方塊 143"/>
          <p:cNvSpPr txBox="1"/>
          <p:nvPr/>
        </p:nvSpPr>
        <p:spPr>
          <a:xfrm>
            <a:off x="6226512" y="5059292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文字方塊 144"/>
          <p:cNvSpPr txBox="1"/>
          <p:nvPr/>
        </p:nvSpPr>
        <p:spPr>
          <a:xfrm>
            <a:off x="8062747" y="5065587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" name="文字方塊 145"/>
          <p:cNvSpPr txBox="1"/>
          <p:nvPr/>
        </p:nvSpPr>
        <p:spPr>
          <a:xfrm>
            <a:off x="7394363" y="557466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" name="文字方塊 146"/>
          <p:cNvSpPr txBox="1"/>
          <p:nvPr/>
        </p:nvSpPr>
        <p:spPr>
          <a:xfrm>
            <a:off x="6894970" y="451011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8449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4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 animBg="1"/>
      <p:bldP spid="50" grpId="0"/>
      <p:bldP spid="75" grpId="0"/>
      <p:bldP spid="76" grpId="0"/>
      <p:bldP spid="77" grpId="0"/>
      <p:bldP spid="78" grpId="0"/>
      <p:bldP spid="79" grpId="0"/>
      <p:bldP spid="80" grpId="0"/>
      <p:bldP spid="81" grpId="0"/>
      <p:bldP spid="82" grpId="0"/>
      <p:bldP spid="83" grpId="0" animBg="1"/>
      <p:bldP spid="84" grpId="0"/>
      <p:bldP spid="109" grpId="0"/>
      <p:bldP spid="111" grpId="0"/>
      <p:bldP spid="112" grpId="0"/>
      <p:bldP spid="113" grpId="0"/>
      <p:bldP spid="114" grpId="0"/>
      <p:bldP spid="115" grpId="0"/>
      <p:bldP spid="116" grpId="0"/>
      <p:bldP spid="117" grpId="0" animBg="1"/>
      <p:bldP spid="118" grpId="0"/>
      <p:bldP spid="141" grpId="0"/>
      <p:bldP spid="142" grpId="0"/>
      <p:bldP spid="143" grpId="0"/>
      <p:bldP spid="144" grpId="0"/>
      <p:bldP spid="145" grpId="0"/>
      <p:bldP spid="146" grpId="0"/>
      <p:bldP spid="147" grpId="0"/>
    </p:bldLst>
  </p:timing>
</p:sld>
</file>

<file path=ppt/theme/theme1.xml><?xml version="1.0" encoding="utf-8"?>
<a:theme xmlns:a="http://schemas.openxmlformats.org/drawingml/2006/main" name="NCKU3">
  <a:themeElements>
    <a:clrScheme name="NCKU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NCKU3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CKU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簡報1" id="{1D2088C2-DF28-403B-A142-ABEFFB73DCD1}" vid="{F9685623-F412-4155-8B4F-1E431000369C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NTTU</Template>
  <TotalTime>14346</TotalTime>
  <Words>1345</Words>
  <Application>Microsoft Office PowerPoint</Application>
  <PresentationFormat>如螢幕大小 (4:3)</PresentationFormat>
  <Paragraphs>667</Paragraphs>
  <Slides>15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5" baseType="lpstr">
      <vt:lpstr>新細明體</vt:lpstr>
      <vt:lpstr>標楷體</vt:lpstr>
      <vt:lpstr>Angsana New</vt:lpstr>
      <vt:lpstr>Arial</vt:lpstr>
      <vt:lpstr>Calibri</vt:lpstr>
      <vt:lpstr>Monotype Corsiva</vt:lpstr>
      <vt:lpstr>Nirmala UI</vt:lpstr>
      <vt:lpstr>Symbol</vt:lpstr>
      <vt:lpstr>Times New Roman</vt:lpstr>
      <vt:lpstr>NCKU3</vt:lpstr>
      <vt:lpstr>DATA STRUCTURES 資料結構</vt:lpstr>
      <vt:lpstr>AVL-Tree (1/2)</vt:lpstr>
      <vt:lpstr>AVL-Tree (2/2)</vt:lpstr>
      <vt:lpstr>平衡AVL高度</vt:lpstr>
      <vt:lpstr>LL型旋轉 (1/2)</vt:lpstr>
      <vt:lpstr>LL型旋轉 (2/2)</vt:lpstr>
      <vt:lpstr>RR型旋轉 (1/2)</vt:lpstr>
      <vt:lpstr>RR型旋轉 (2/2)</vt:lpstr>
      <vt:lpstr>LR型旋轉 (1/2)</vt:lpstr>
      <vt:lpstr>LR型旋轉 (2/2)</vt:lpstr>
      <vt:lpstr>RL型旋轉 (1/2)</vt:lpstr>
      <vt:lpstr>RL型旋轉 (2/2)</vt:lpstr>
      <vt:lpstr>AVL 樹的建立</vt:lpstr>
      <vt:lpstr>AVL-tree的刪除 (1/2)</vt:lpstr>
      <vt:lpstr>AVL-tree的刪除 (2/2)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資料結構 Data Structure</dc:title>
  <dc:creator>C.-W. Lee</dc:creator>
  <cp:lastModifiedBy>admin</cp:lastModifiedBy>
  <cp:revision>95</cp:revision>
  <cp:lastPrinted>2022-09-24T09:12:24Z</cp:lastPrinted>
  <dcterms:created xsi:type="dcterms:W3CDTF">2018-01-10T03:26:15Z</dcterms:created>
  <dcterms:modified xsi:type="dcterms:W3CDTF">2026-01-27T06:34:59Z</dcterms:modified>
</cp:coreProperties>
</file>